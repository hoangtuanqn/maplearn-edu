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321" r:id="rId2"/>
    <p:sldId id="347" r:id="rId3"/>
    <p:sldId id="392" r:id="rId4"/>
    <p:sldId id="391" r:id="rId5"/>
    <p:sldId id="402" r:id="rId6"/>
    <p:sldId id="403" r:id="rId7"/>
    <p:sldId id="404" r:id="rId8"/>
    <p:sldId id="401" r:id="rId9"/>
    <p:sldId id="405" r:id="rId10"/>
    <p:sldId id="393" r:id="rId11"/>
    <p:sldId id="394" r:id="rId12"/>
    <p:sldId id="396" r:id="rId13"/>
    <p:sldId id="397" r:id="rId14"/>
    <p:sldId id="398" r:id="rId15"/>
    <p:sldId id="399" r:id="rId16"/>
    <p:sldId id="400" r:id="rId17"/>
  </p:sldIdLst>
  <p:sldSz cx="9144000" cy="6858000" type="screen4x3"/>
  <p:notesSz cx="6858000" cy="9144000"/>
  <p:custDataLst>
    <p:tags r:id="rId20"/>
  </p:custDataLst>
  <p:defaultTextStyle>
    <a:defPPr>
      <a:defRPr lang="en-US"/>
    </a:defPPr>
    <a:lvl1pPr algn="l" rtl="0" fontAlgn="base">
      <a:lnSpc>
        <a:spcPct val="70000"/>
      </a:lnSpc>
      <a:spcBef>
        <a:spcPct val="50000"/>
      </a:spcBef>
      <a:spcAft>
        <a:spcPct val="0"/>
      </a:spcAft>
      <a:defRPr sz="1400" kern="1200">
        <a:solidFill>
          <a:schemeClr val="tx1"/>
        </a:solidFill>
        <a:latin typeface="Courier New" panose="02070309020205020404"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anose="02070309020205020404"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anose="02070309020205020404"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anose="02070309020205020404"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anose="02070309020205020404" pitchFamily="49" charset="0"/>
        <a:ea typeface="+mn-ea"/>
        <a:cs typeface="+mn-cs"/>
      </a:defRPr>
    </a:lvl5pPr>
    <a:lvl6pPr marL="2286000" algn="l" defTabSz="914400" rtl="0" eaLnBrk="1" latinLnBrk="0" hangingPunct="1">
      <a:defRPr sz="1400" kern="1200">
        <a:solidFill>
          <a:schemeClr val="tx1"/>
        </a:solidFill>
        <a:latin typeface="Courier New" panose="02070309020205020404" pitchFamily="49" charset="0"/>
        <a:ea typeface="+mn-ea"/>
        <a:cs typeface="+mn-cs"/>
      </a:defRPr>
    </a:lvl6pPr>
    <a:lvl7pPr marL="2743200" algn="l" defTabSz="914400" rtl="0" eaLnBrk="1" latinLnBrk="0" hangingPunct="1">
      <a:defRPr sz="1400" kern="1200">
        <a:solidFill>
          <a:schemeClr val="tx1"/>
        </a:solidFill>
        <a:latin typeface="Courier New" panose="02070309020205020404" pitchFamily="49" charset="0"/>
        <a:ea typeface="+mn-ea"/>
        <a:cs typeface="+mn-cs"/>
      </a:defRPr>
    </a:lvl7pPr>
    <a:lvl8pPr marL="3200400" algn="l" defTabSz="914400" rtl="0" eaLnBrk="1" latinLnBrk="0" hangingPunct="1">
      <a:defRPr sz="1400" kern="1200">
        <a:solidFill>
          <a:schemeClr val="tx1"/>
        </a:solidFill>
        <a:latin typeface="Courier New" panose="02070309020205020404" pitchFamily="49" charset="0"/>
        <a:ea typeface="+mn-ea"/>
        <a:cs typeface="+mn-cs"/>
      </a:defRPr>
    </a:lvl8pPr>
    <a:lvl9pPr marL="3657600" algn="l" defTabSz="914400" rtl="0" eaLnBrk="1" latinLnBrk="0" hangingPunct="1">
      <a:defRPr sz="1400" kern="1200">
        <a:solidFill>
          <a:schemeClr val="tx1"/>
        </a:solidFill>
        <a:latin typeface="Courier New" panose="02070309020205020404" pitchFamily="49" charset="0"/>
        <a:ea typeface="+mn-ea"/>
        <a:cs typeface="+mn-cs"/>
      </a:defRPr>
    </a:lvl9pPr>
  </p:defaultTextStyle>
  <p:extLst>
    <p:ext uri="{EFAFB233-063F-42B5-8137-9DF3F51BA10A}">
      <p15:sldGuideLst xmlns:p15="http://schemas.microsoft.com/office/powerpoint/2012/main">
        <p15:guide id="1" orient="horz" pos="2152"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7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801F"/>
    <a:srgbClr val="FFCC99"/>
    <a:srgbClr val="9F1D8C"/>
    <a:srgbClr val="F0AAE6"/>
    <a:srgbClr val="00CCFF"/>
    <a:srgbClr val="CCECFF"/>
    <a:srgbClr val="3898B2"/>
    <a:srgbClr val="3BA0BB"/>
    <a:srgbClr val="3590A9"/>
    <a:srgbClr val="3184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57" autoAdjust="0"/>
    <p:restoredTop sz="86640" autoAdjust="0"/>
  </p:normalViewPr>
  <p:slideViewPr>
    <p:cSldViewPr showGuides="1">
      <p:cViewPr varScale="1">
        <p:scale>
          <a:sx n="140" d="100"/>
          <a:sy n="140" d="100"/>
        </p:scale>
        <p:origin x="4988" y="76"/>
      </p:cViewPr>
      <p:guideLst>
        <p:guide orient="horz" pos="2152"/>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1398" y="-90"/>
      </p:cViewPr>
      <p:guideLst>
        <p:guide orient="horz" pos="287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nSpc>
                <a:spcPct val="100000"/>
              </a:lnSpc>
              <a:spcBef>
                <a:spcPct val="0"/>
              </a:spcBef>
              <a:defRPr sz="1200">
                <a:latin typeface="Calibri" panose="020F0502020204030204" pitchFamily="34" charset="0"/>
              </a:defRPr>
            </a:lvl1pPr>
          </a:lstStyle>
          <a:p>
            <a:pPr>
              <a:defRPr/>
            </a:pPr>
            <a:endParaRPr lang="en-US" dirty="0"/>
          </a:p>
        </p:txBody>
      </p:sp>
      <p:sp>
        <p:nvSpPr>
          <p:cNvPr id="79875"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defRPr sz="1200">
                <a:latin typeface="Calibri" panose="020F0502020204030204" pitchFamily="34" charset="0"/>
              </a:defRPr>
            </a:lvl1pPr>
          </a:lstStyle>
          <a:p>
            <a:pPr>
              <a:defRPr/>
            </a:pPr>
            <a:fld id="{964B9725-44EB-408E-A670-A66AE5FBBF1B}" type="datetime1">
              <a:rPr lang="en-US"/>
              <a:t>10/2/2025</a:t>
            </a:fld>
            <a:endParaRPr lang="en-US" dirty="0"/>
          </a:p>
        </p:txBody>
      </p:sp>
      <p:sp>
        <p:nvSpPr>
          <p:cNvPr id="79876"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spcBef>
                <a:spcPct val="0"/>
              </a:spcBef>
              <a:defRPr sz="1200">
                <a:latin typeface="Calibri" panose="020F0502020204030204" pitchFamily="34" charset="0"/>
              </a:defRPr>
            </a:lvl1pPr>
          </a:lstStyle>
          <a:p>
            <a:pPr>
              <a:defRPr/>
            </a:pPr>
            <a:endParaRPr lang="en-US" dirty="0"/>
          </a:p>
        </p:txBody>
      </p:sp>
      <p:sp>
        <p:nvSpPr>
          <p:cNvPr id="79877"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defRPr sz="1200">
                <a:latin typeface="Calibri" panose="020F0502020204030204" pitchFamily="34" charset="0"/>
              </a:defRPr>
            </a:lvl1pPr>
          </a:lstStyle>
          <a:p>
            <a:pPr>
              <a:defRPr/>
            </a:pPr>
            <a:fld id="{8005E228-509B-414F-A9D0-D1C825059700}" type="slidenum">
              <a:rPr lang="en-US"/>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nSpc>
                <a:spcPct val="100000"/>
              </a:lnSpc>
              <a:spcBef>
                <a:spcPct val="0"/>
              </a:spcBef>
              <a:defRPr sz="1200">
                <a:latin typeface="Calibri" panose="020F0502020204030204" pitchFamily="34" charset="0"/>
              </a:defRPr>
            </a:lvl1pPr>
          </a:lstStyle>
          <a:p>
            <a:pPr>
              <a:defRPr/>
            </a:pPr>
            <a:endParaRPr lang="en-US" dirty="0"/>
          </a:p>
        </p:txBody>
      </p:sp>
      <p:sp>
        <p:nvSpPr>
          <p:cNvPr id="78851"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defRPr sz="1200">
                <a:latin typeface="Calibri" panose="020F0502020204030204" pitchFamily="34" charset="0"/>
              </a:defRPr>
            </a:lvl1pPr>
          </a:lstStyle>
          <a:p>
            <a:pPr>
              <a:defRPr/>
            </a:pPr>
            <a:fld id="{B6F72C7C-C170-4C32-B42F-55464ECD45A1}" type="datetime1">
              <a:rPr lang="en-US"/>
              <a:t>10/2/2025</a:t>
            </a:fld>
            <a:endParaRPr lang="en-US" dirty="0"/>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78853"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8854"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spcBef>
                <a:spcPct val="0"/>
              </a:spcBef>
              <a:defRPr sz="1200">
                <a:latin typeface="Calibri" panose="020F0502020204030204" pitchFamily="34" charset="0"/>
              </a:defRPr>
            </a:lvl1pPr>
          </a:lstStyle>
          <a:p>
            <a:pPr>
              <a:defRPr/>
            </a:pPr>
            <a:endParaRPr lang="en-US" dirty="0"/>
          </a:p>
        </p:txBody>
      </p:sp>
      <p:sp>
        <p:nvSpPr>
          <p:cNvPr id="78855"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defRPr sz="1200">
                <a:latin typeface="Calibri" panose="020F0502020204030204" pitchFamily="34" charset="0"/>
              </a:defRPr>
            </a:lvl1pPr>
          </a:lstStyle>
          <a:p>
            <a:pPr>
              <a:defRPr/>
            </a:pPr>
            <a:fld id="{9CC863AC-7600-4022-BA06-9E5E1721FB66}" type="slidenum">
              <a:rPr lang="en-US"/>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CC863AC-7600-4022-BA06-9E5E1721FB66}"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CC863AC-7600-4022-BA06-9E5E1721FB66}" type="slidenum">
              <a:rPr lang="en-US" smtClean="0"/>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CC863AC-7600-4022-BA06-9E5E1721FB66}" type="slidenum">
              <a:rPr lang="en-US" smtClean="0"/>
              <a:t>3</a:t>
            </a:fld>
            <a:endParaRPr lang="en-US" dirty="0"/>
          </a:p>
        </p:txBody>
      </p:sp>
    </p:spTree>
    <p:extLst>
      <p:ext uri="{BB962C8B-B14F-4D97-AF65-F5344CB8AC3E}">
        <p14:creationId xmlns:p14="http://schemas.microsoft.com/office/powerpoint/2010/main" val="42891794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en-US" b="1" dirty="0"/>
              <a:t>Non-functional</a:t>
            </a:r>
            <a:r>
              <a:rPr lang="en-US" dirty="0"/>
              <a:t> (how the system works)</a:t>
            </a:r>
          </a:p>
          <a:p>
            <a:pPr marL="0" marR="0" indent="0" algn="l" defTabSz="914400" rtl="0" eaLnBrk="0" fontAlgn="base" latinLnBrk="0" hangingPunct="0">
              <a:lnSpc>
                <a:spcPct val="100000"/>
              </a:lnSpc>
              <a:spcBef>
                <a:spcPct val="30000"/>
              </a:spcBef>
              <a:spcAft>
                <a:spcPct val="0"/>
              </a:spcAft>
              <a:buClrTx/>
              <a:buSzTx/>
              <a:buFontTx/>
              <a:buNone/>
              <a:defRPr/>
            </a:pPr>
            <a:r>
              <a:rPr lang="en-US" b="1" dirty="0"/>
              <a:t>Functional</a:t>
            </a:r>
            <a:r>
              <a:rPr lang="en-US" dirty="0"/>
              <a:t>  (what the system should do)</a:t>
            </a:r>
          </a:p>
          <a:p>
            <a:endParaRPr lang="en-US" dirty="0"/>
          </a:p>
        </p:txBody>
      </p:sp>
      <p:sp>
        <p:nvSpPr>
          <p:cNvPr id="4" name="Slide Number Placeholder 3"/>
          <p:cNvSpPr>
            <a:spLocks noGrp="1"/>
          </p:cNvSpPr>
          <p:nvPr>
            <p:ph type="sldNum" sz="quarter" idx="10"/>
          </p:nvPr>
        </p:nvSpPr>
        <p:spPr/>
        <p:txBody>
          <a:bodyPr/>
          <a:lstStyle/>
          <a:p>
            <a:pPr>
              <a:defRPr/>
            </a:pPr>
            <a:fld id="{9CC863AC-7600-4022-BA06-9E5E1721FB66}" type="slidenum">
              <a:rPr lang="en-US" smtClean="0"/>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en-US" b="1" dirty="0"/>
              <a:t>Non-functional</a:t>
            </a:r>
            <a:r>
              <a:rPr lang="en-US" dirty="0"/>
              <a:t> (how the system works)</a:t>
            </a:r>
          </a:p>
          <a:p>
            <a:pPr marL="0" marR="0" indent="0" algn="l" defTabSz="914400" rtl="0" eaLnBrk="0" fontAlgn="base" latinLnBrk="0" hangingPunct="0">
              <a:lnSpc>
                <a:spcPct val="100000"/>
              </a:lnSpc>
              <a:spcBef>
                <a:spcPct val="30000"/>
              </a:spcBef>
              <a:spcAft>
                <a:spcPct val="0"/>
              </a:spcAft>
              <a:buClrTx/>
              <a:buSzTx/>
              <a:buFontTx/>
              <a:buNone/>
              <a:defRPr/>
            </a:pPr>
            <a:r>
              <a:rPr lang="en-US" b="1" dirty="0"/>
              <a:t>Functional</a:t>
            </a:r>
            <a:r>
              <a:rPr lang="en-US" dirty="0"/>
              <a:t>  (what the system should do)</a:t>
            </a:r>
          </a:p>
          <a:p>
            <a:endParaRPr lang="en-US" dirty="0"/>
          </a:p>
        </p:txBody>
      </p:sp>
      <p:sp>
        <p:nvSpPr>
          <p:cNvPr id="4" name="Slide Number Placeholder 3"/>
          <p:cNvSpPr>
            <a:spLocks noGrp="1"/>
          </p:cNvSpPr>
          <p:nvPr>
            <p:ph type="sldNum" sz="quarter" idx="10"/>
          </p:nvPr>
        </p:nvSpPr>
        <p:spPr/>
        <p:txBody>
          <a:bodyPr/>
          <a:lstStyle/>
          <a:p>
            <a:pPr>
              <a:defRPr/>
            </a:pPr>
            <a:fld id="{9CC863AC-7600-4022-BA06-9E5E1721FB66}" type="slidenum">
              <a:rPr lang="en-US" smtClean="0"/>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en-US" b="1" dirty="0"/>
              <a:t>Non-functional</a:t>
            </a:r>
            <a:r>
              <a:rPr lang="en-US" dirty="0"/>
              <a:t> (how the system works)</a:t>
            </a:r>
          </a:p>
          <a:p>
            <a:pPr marL="0" marR="0" indent="0" algn="l" defTabSz="914400" rtl="0" eaLnBrk="0" fontAlgn="base" latinLnBrk="0" hangingPunct="0">
              <a:lnSpc>
                <a:spcPct val="100000"/>
              </a:lnSpc>
              <a:spcBef>
                <a:spcPct val="30000"/>
              </a:spcBef>
              <a:spcAft>
                <a:spcPct val="0"/>
              </a:spcAft>
              <a:buClrTx/>
              <a:buSzTx/>
              <a:buFontTx/>
              <a:buNone/>
              <a:defRPr/>
            </a:pPr>
            <a:r>
              <a:rPr lang="en-US" b="1" dirty="0"/>
              <a:t>Functional</a:t>
            </a:r>
            <a:r>
              <a:rPr lang="en-US" dirty="0"/>
              <a:t>  (what the system should do)</a:t>
            </a:r>
          </a:p>
          <a:p>
            <a:endParaRPr lang="en-US" dirty="0"/>
          </a:p>
        </p:txBody>
      </p:sp>
      <p:sp>
        <p:nvSpPr>
          <p:cNvPr id="4" name="Slide Number Placeholder 3"/>
          <p:cNvSpPr>
            <a:spLocks noGrp="1"/>
          </p:cNvSpPr>
          <p:nvPr>
            <p:ph type="sldNum" sz="quarter" idx="10"/>
          </p:nvPr>
        </p:nvSpPr>
        <p:spPr/>
        <p:txBody>
          <a:bodyPr/>
          <a:lstStyle/>
          <a:p>
            <a:pPr>
              <a:defRPr/>
            </a:pPr>
            <a:fld id="{9CC863AC-7600-4022-BA06-9E5E1721FB66}" type="slidenum">
              <a:rPr lang="en-US" smtClean="0"/>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en-US" b="1" dirty="0"/>
              <a:t>Non-functional</a:t>
            </a:r>
            <a:r>
              <a:rPr lang="en-US" dirty="0"/>
              <a:t> (how the system works)</a:t>
            </a:r>
          </a:p>
          <a:p>
            <a:pPr marL="0" marR="0" indent="0" algn="l" defTabSz="914400" rtl="0" eaLnBrk="0" fontAlgn="base" latinLnBrk="0" hangingPunct="0">
              <a:lnSpc>
                <a:spcPct val="100000"/>
              </a:lnSpc>
              <a:spcBef>
                <a:spcPct val="30000"/>
              </a:spcBef>
              <a:spcAft>
                <a:spcPct val="0"/>
              </a:spcAft>
              <a:buClrTx/>
              <a:buSzTx/>
              <a:buFontTx/>
              <a:buNone/>
              <a:defRPr/>
            </a:pPr>
            <a:r>
              <a:rPr lang="en-US" b="1" dirty="0"/>
              <a:t>Functional</a:t>
            </a:r>
            <a:r>
              <a:rPr lang="en-US" dirty="0"/>
              <a:t>  (what the system should do)</a:t>
            </a:r>
          </a:p>
          <a:p>
            <a:endParaRPr lang="en-US" dirty="0"/>
          </a:p>
        </p:txBody>
      </p:sp>
      <p:sp>
        <p:nvSpPr>
          <p:cNvPr id="4" name="Slide Number Placeholder 3"/>
          <p:cNvSpPr>
            <a:spLocks noGrp="1"/>
          </p:cNvSpPr>
          <p:nvPr>
            <p:ph type="sldNum" sz="quarter" idx="10"/>
          </p:nvPr>
        </p:nvSpPr>
        <p:spPr/>
        <p:txBody>
          <a:bodyPr/>
          <a:lstStyle/>
          <a:p>
            <a:pPr>
              <a:defRPr/>
            </a:pPr>
            <a:fld id="{9CC863AC-7600-4022-BA06-9E5E1721FB66}" type="slidenum">
              <a:rPr lang="en-US" smtClean="0"/>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en-US" b="1" dirty="0"/>
              <a:t>Non-functional</a:t>
            </a:r>
            <a:r>
              <a:rPr lang="en-US" dirty="0"/>
              <a:t> (how the system works)</a:t>
            </a:r>
          </a:p>
          <a:p>
            <a:pPr marL="0" marR="0" indent="0" algn="l" defTabSz="914400" rtl="0" eaLnBrk="0" fontAlgn="base" latinLnBrk="0" hangingPunct="0">
              <a:lnSpc>
                <a:spcPct val="100000"/>
              </a:lnSpc>
              <a:spcBef>
                <a:spcPct val="30000"/>
              </a:spcBef>
              <a:spcAft>
                <a:spcPct val="0"/>
              </a:spcAft>
              <a:buClrTx/>
              <a:buSzTx/>
              <a:buFontTx/>
              <a:buNone/>
              <a:defRPr/>
            </a:pPr>
            <a:r>
              <a:rPr lang="en-US" b="1" dirty="0"/>
              <a:t>Functional</a:t>
            </a:r>
            <a:r>
              <a:rPr lang="en-US" dirty="0"/>
              <a:t>  (what the system should do)</a:t>
            </a:r>
          </a:p>
          <a:p>
            <a:endParaRPr lang="en-US" dirty="0"/>
          </a:p>
        </p:txBody>
      </p:sp>
      <p:sp>
        <p:nvSpPr>
          <p:cNvPr id="4" name="Slide Number Placeholder 3"/>
          <p:cNvSpPr>
            <a:spLocks noGrp="1"/>
          </p:cNvSpPr>
          <p:nvPr>
            <p:ph type="sldNum" sz="quarter" idx="10"/>
          </p:nvPr>
        </p:nvSpPr>
        <p:spPr/>
        <p:txBody>
          <a:bodyPr/>
          <a:lstStyle/>
          <a:p>
            <a:pPr>
              <a:defRPr/>
            </a:pPr>
            <a:fld id="{9CC863AC-7600-4022-BA06-9E5E1721FB66}" type="slidenum">
              <a:rPr lang="en-US" smtClean="0"/>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en-US" b="1" dirty="0"/>
              <a:t>Non-functional</a:t>
            </a:r>
            <a:r>
              <a:rPr lang="en-US" dirty="0"/>
              <a:t> (how the system works)</a:t>
            </a:r>
          </a:p>
          <a:p>
            <a:pPr marL="0" marR="0" indent="0" algn="l" defTabSz="914400" rtl="0" eaLnBrk="0" fontAlgn="base" latinLnBrk="0" hangingPunct="0">
              <a:lnSpc>
                <a:spcPct val="100000"/>
              </a:lnSpc>
              <a:spcBef>
                <a:spcPct val="30000"/>
              </a:spcBef>
              <a:spcAft>
                <a:spcPct val="0"/>
              </a:spcAft>
              <a:buClrTx/>
              <a:buSzTx/>
              <a:buFontTx/>
              <a:buNone/>
              <a:defRPr/>
            </a:pPr>
            <a:r>
              <a:rPr lang="en-US" b="1" dirty="0"/>
              <a:t>Functional</a:t>
            </a:r>
            <a:r>
              <a:rPr lang="en-US" dirty="0"/>
              <a:t>  (what the system should do)</a:t>
            </a:r>
          </a:p>
          <a:p>
            <a:endParaRPr lang="en-US" dirty="0"/>
          </a:p>
        </p:txBody>
      </p:sp>
      <p:sp>
        <p:nvSpPr>
          <p:cNvPr id="4" name="Slide Number Placeholder 3"/>
          <p:cNvSpPr>
            <a:spLocks noGrp="1"/>
          </p:cNvSpPr>
          <p:nvPr>
            <p:ph type="sldNum" sz="quarter" idx="10"/>
          </p:nvPr>
        </p:nvSpPr>
        <p:spPr/>
        <p:txBody>
          <a:bodyPr/>
          <a:lstStyle/>
          <a:p>
            <a:pPr>
              <a:defRPr/>
            </a:pPr>
            <a:fld id="{9CC863AC-7600-4022-BA06-9E5E1721FB66}" type="slidenum">
              <a:rPr lang="en-US" smtClean="0"/>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CC863AC-7600-4022-BA06-9E5E1721FB66}" type="slidenum">
              <a:rPr lang="en-US" smtClean="0"/>
              <a:t>11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13" name="Footer Placeholder 4"/>
          <p:cNvSpPr>
            <a:spLocks noGrp="1"/>
          </p:cNvSpPr>
          <p:nvPr>
            <p:ph type="ftr" sz="quarter" idx="3"/>
          </p:nvPr>
        </p:nvSpPr>
        <p:spPr>
          <a:xfrm>
            <a:off x="107156" y="6629400"/>
            <a:ext cx="8046244" cy="147012"/>
          </a:xfrm>
          <a:prstGeom prst="rect">
            <a:avLst/>
          </a:prstGeom>
        </p:spPr>
        <p:txBody>
          <a:bodyPr vert="horz" wrap="square" lIns="91440" tIns="45720" rIns="91440" bIns="45720" numCol="1" anchor="ctr" anchorCtr="0" compatLnSpc="1"/>
          <a:lstStyle>
            <a:lvl1pPr algn="l">
              <a:lnSpc>
                <a:spcPct val="100000"/>
              </a:lnSpc>
              <a:spcBef>
                <a:spcPct val="0"/>
              </a:spcBef>
              <a:defRPr sz="1200" b="1" dirty="0" smtClean="0">
                <a:latin typeface="Calibri" panose="020F0502020204030204" pitchFamily="34" charset="0"/>
              </a:defRPr>
            </a:lvl1pPr>
          </a:lstStyle>
          <a:p>
            <a:pPr>
              <a:defRPr/>
            </a:pPr>
            <a:r>
              <a:rPr lang="en-US" dirty="0"/>
              <a:t>©FPT-</a:t>
            </a:r>
            <a:r>
              <a:rPr lang="en-US" dirty="0" err="1"/>
              <a:t>Aptech</a:t>
            </a:r>
            <a:r>
              <a:rPr lang="en-US" dirty="0"/>
              <a:t>                                                                      project report</a:t>
            </a:r>
          </a:p>
        </p:txBody>
      </p:sp>
      <p:sp>
        <p:nvSpPr>
          <p:cNvPr id="3" name="Content Placeholder 2"/>
          <p:cNvSpPr>
            <a:spLocks noGrp="1"/>
          </p:cNvSpPr>
          <p:nvPr>
            <p:ph idx="1"/>
          </p:nvPr>
        </p:nvSpPr>
        <p:spPr/>
        <p:txBody>
          <a:bodyPr/>
          <a:lstStyle>
            <a:lvl1pPr>
              <a:buClr>
                <a:schemeClr val="accent4">
                  <a:lumMod val="50000"/>
                </a:schemeClr>
              </a:buClr>
              <a:defRPr sz="2400">
                <a:latin typeface="Calibri" panose="020F0502020204030204" pitchFamily="34" charset="0"/>
              </a:defRPr>
            </a:lvl1pPr>
            <a:lvl2pPr>
              <a:buClr>
                <a:schemeClr val="accent4">
                  <a:lumMod val="50000"/>
                </a:schemeClr>
              </a:buClr>
              <a:defRPr sz="2200">
                <a:latin typeface="Calibri" panose="020F0502020204030204" pitchFamily="34" charset="0"/>
              </a:defRPr>
            </a:lvl2pPr>
            <a:lvl3pPr>
              <a:buClr>
                <a:schemeClr val="tx2"/>
              </a:buClr>
              <a:defRPr sz="2000">
                <a:latin typeface="Calibri" panose="020F0502020204030204" pitchFamily="34" charset="0"/>
              </a:defRPr>
            </a:lvl3pPr>
            <a:lvl4pPr>
              <a:buClr>
                <a:schemeClr val="tx2"/>
              </a:buClr>
              <a:defRPr sz="1800"/>
            </a:lvl4pPr>
            <a:lvl5pPr>
              <a:buClr>
                <a:schemeClr val="tx2"/>
              </a:buCl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8"/>
          <p:cNvSpPr>
            <a:spLocks noGrp="1"/>
          </p:cNvSpPr>
          <p:nvPr>
            <p:ph type="title"/>
          </p:nvPr>
        </p:nvSpPr>
        <p:spPr>
          <a:xfrm>
            <a:off x="228600" y="152400"/>
            <a:ext cx="7620000" cy="411163"/>
          </a:xfrm>
        </p:spPr>
        <p:txBody>
          <a:bodyPr/>
          <a:lstStyle>
            <a:lvl1pPr>
              <a:defRPr sz="2800" b="1" cap="none" spc="200" baseline="0">
                <a:ln w="18415" cmpd="sng">
                  <a:solidFill>
                    <a:schemeClr val="bg1"/>
                  </a:solidFill>
                  <a:prstDash val="solid"/>
                </a:ln>
                <a:solidFill>
                  <a:schemeClr val="bg1"/>
                </a:solidFill>
                <a:effectLst>
                  <a:outerShdw blurRad="63500" dir="3600000" algn="tl" rotWithShape="0">
                    <a:srgbClr val="000000">
                      <a:alpha val="70000"/>
                    </a:srgbClr>
                  </a:outerShdw>
                </a:effectLst>
                <a:latin typeface="+mn-lt"/>
              </a:defRPr>
            </a:lvl1pPr>
          </a:lstStyle>
          <a:p>
            <a:r>
              <a:rPr lang="en-US" dirty="0"/>
              <a:t>Click to edit Master title style</a:t>
            </a:r>
          </a:p>
        </p:txBody>
      </p:sp>
      <p:sp>
        <p:nvSpPr>
          <p:cNvPr id="14" name="Slide Number Placeholder 5"/>
          <p:cNvSpPr>
            <a:spLocks noGrp="1"/>
          </p:cNvSpPr>
          <p:nvPr>
            <p:ph type="sldNum" sz="quarter" idx="4"/>
          </p:nvPr>
        </p:nvSpPr>
        <p:spPr>
          <a:xfrm>
            <a:off x="107156" y="6629399"/>
            <a:ext cx="8929688" cy="162887"/>
          </a:xfrm>
          <a:prstGeom prst="rect">
            <a:avLst/>
          </a:prstGeom>
        </p:spPr>
        <p:txBody>
          <a:bodyPr vert="horz" wrap="square" lIns="91440" tIns="45720" rIns="91440" bIns="45720" numCol="1" anchor="ctr" anchorCtr="0" compatLnSpc="1"/>
          <a:lstStyle>
            <a:lvl1pPr algn="r">
              <a:lnSpc>
                <a:spcPct val="100000"/>
              </a:lnSpc>
              <a:spcBef>
                <a:spcPct val="0"/>
              </a:spcBef>
              <a:defRPr sz="1200" b="1">
                <a:latin typeface="Calibri" panose="020F0502020204030204" pitchFamily="34" charset="0"/>
              </a:defRPr>
            </a:lvl1pPr>
          </a:lstStyle>
          <a:p>
            <a:pPr>
              <a:defRPr/>
            </a:pPr>
            <a:fld id="{0B7F2F63-BF3E-4C0C-A868-2C657446BA07}" type="slidenum">
              <a:rPr lang="en-US" smtClean="0"/>
              <a:t>‹#›</a:t>
            </a:fld>
            <a:endParaRPr lang="en-US" dirty="0"/>
          </a:p>
        </p:txBody>
      </p:sp>
      <p:pic>
        <p:nvPicPr>
          <p:cNvPr id="6" name="Picture 9"/>
          <p:cNvPicPr>
            <a:picLocks noChangeAspect="1" noChangeArrowheads="1"/>
          </p:cNvPicPr>
          <p:nvPr userDrawn="1"/>
        </p:nvPicPr>
        <p:blipFill>
          <a:blip r:embed="rId2" cstate="print"/>
          <a:srcRect/>
          <a:stretch>
            <a:fillRect/>
          </a:stretch>
        </p:blipFill>
        <p:spPr bwMode="auto">
          <a:xfrm>
            <a:off x="0" y="751513"/>
            <a:ext cx="9144000" cy="5862012"/>
          </a:xfrm>
          <a:prstGeom prst="rect">
            <a:avLst/>
          </a:prstGeom>
          <a:noFill/>
          <a:ln w="9525">
            <a:noFill/>
            <a:miter lim="800000"/>
            <a:headEnd/>
            <a:tailEnd/>
          </a:ln>
        </p:spPr>
      </p:pic>
      <p:pic>
        <p:nvPicPr>
          <p:cNvPr id="7" name="Picture 6"/>
          <p:cNvPicPr>
            <a:picLocks noChangeAspect="1"/>
          </p:cNvPicPr>
          <p:nvPr userDrawn="1"/>
        </p:nvPicPr>
        <p:blipFill>
          <a:blip r:embed="rId3"/>
          <a:stretch>
            <a:fillRect/>
          </a:stretch>
        </p:blipFill>
        <p:spPr>
          <a:xfrm>
            <a:off x="533400" y="0"/>
            <a:ext cx="1295400" cy="737419"/>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pPr>
              <a:defRPr/>
            </a:pPr>
            <a:r>
              <a:rPr lang="en-US" dirty="0"/>
              <a:t>© FPT-</a:t>
            </a:r>
            <a:r>
              <a:rPr lang="en-US" dirty="0" err="1"/>
              <a:t>Aptech</a:t>
            </a:r>
            <a:r>
              <a:rPr lang="en-US" dirty="0"/>
              <a:t> 			Project report</a:t>
            </a:r>
          </a:p>
        </p:txBody>
      </p:sp>
      <p:sp>
        <p:nvSpPr>
          <p:cNvPr id="4" name="Slide Number Placeholder 3"/>
          <p:cNvSpPr>
            <a:spLocks noGrp="1"/>
          </p:cNvSpPr>
          <p:nvPr>
            <p:ph type="sldNum" sz="quarter" idx="11"/>
          </p:nvPr>
        </p:nvSpPr>
        <p:spPr/>
        <p:txBody>
          <a:bodyPr/>
          <a:lstStyle/>
          <a:p>
            <a:pPr>
              <a:defRPr/>
            </a:pPr>
            <a:fld id="{0B7F2F63-BF3E-4C0C-A868-2C657446BA07}"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pPr>
              <a:defRPr/>
            </a:pPr>
            <a:r>
              <a:rPr lang="en-US"/>
              <a:t>© FPT-Aptech                                                                          Project report</a:t>
            </a:r>
            <a:endParaRPr lang="en-US" dirty="0"/>
          </a:p>
        </p:txBody>
      </p:sp>
      <p:sp>
        <p:nvSpPr>
          <p:cNvPr id="4" name="Slide Number Placeholder 3"/>
          <p:cNvSpPr>
            <a:spLocks noGrp="1"/>
          </p:cNvSpPr>
          <p:nvPr>
            <p:ph type="sldNum" sz="quarter" idx="11"/>
          </p:nvPr>
        </p:nvSpPr>
        <p:spPr/>
        <p:txBody>
          <a:bodyPr/>
          <a:lstStyle/>
          <a:p>
            <a:pPr>
              <a:defRPr/>
            </a:pPr>
            <a:fld id="{0B7F2F63-BF3E-4C0C-A868-2C657446BA07}"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28600" y="152400"/>
            <a:ext cx="8229600" cy="411163"/>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p>
        </p:txBody>
      </p:sp>
      <p:sp>
        <p:nvSpPr>
          <p:cNvPr id="1027" name="Text Placeholder 2"/>
          <p:cNvSpPr>
            <a:spLocks noGrp="1"/>
          </p:cNvSpPr>
          <p:nvPr>
            <p:ph type="body" idx="1"/>
          </p:nvPr>
        </p:nvSpPr>
        <p:spPr bwMode="auto">
          <a:xfrm>
            <a:off x="304800" y="914400"/>
            <a:ext cx="8610600" cy="5257800"/>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4"/>
          <p:cNvSpPr>
            <a:spLocks noGrp="1"/>
          </p:cNvSpPr>
          <p:nvPr>
            <p:ph type="ftr" sz="quarter" idx="3"/>
          </p:nvPr>
        </p:nvSpPr>
        <p:spPr>
          <a:xfrm>
            <a:off x="0" y="6629400"/>
            <a:ext cx="8077200" cy="152400"/>
          </a:xfrm>
          <a:prstGeom prst="rect">
            <a:avLst/>
          </a:prstGeom>
        </p:spPr>
        <p:txBody>
          <a:bodyPr vert="horz" wrap="square" lIns="91440" tIns="45720" rIns="91440" bIns="45720" numCol="1" anchor="ctr" anchorCtr="0" compatLnSpc="1"/>
          <a:lstStyle>
            <a:lvl1pPr algn="l">
              <a:lnSpc>
                <a:spcPct val="100000"/>
              </a:lnSpc>
              <a:spcBef>
                <a:spcPct val="0"/>
              </a:spcBef>
              <a:defRPr sz="1200" b="1" dirty="0" smtClean="0">
                <a:latin typeface="Calibri" panose="020F0502020204030204" pitchFamily="34" charset="0"/>
              </a:defRPr>
            </a:lvl1pPr>
          </a:lstStyle>
          <a:p>
            <a:pPr>
              <a:defRPr/>
            </a:pPr>
            <a:r>
              <a:rPr lang="en-US" dirty="0"/>
              <a:t>© FPT-</a:t>
            </a:r>
            <a:r>
              <a:rPr lang="en-US" dirty="0" err="1"/>
              <a:t>Aptech</a:t>
            </a:r>
            <a:r>
              <a:rPr lang="en-US" dirty="0"/>
              <a:t>                                                                          Project report</a:t>
            </a:r>
          </a:p>
        </p:txBody>
      </p:sp>
      <p:sp>
        <p:nvSpPr>
          <p:cNvPr id="10" name="Slide Number Placeholder 5"/>
          <p:cNvSpPr>
            <a:spLocks noGrp="1"/>
          </p:cNvSpPr>
          <p:nvPr>
            <p:ph type="sldNum" sz="quarter" idx="4"/>
          </p:nvPr>
        </p:nvSpPr>
        <p:spPr>
          <a:xfrm>
            <a:off x="8153400" y="6613525"/>
            <a:ext cx="776288" cy="168275"/>
          </a:xfrm>
          <a:prstGeom prst="rect">
            <a:avLst/>
          </a:prstGeom>
        </p:spPr>
        <p:txBody>
          <a:bodyPr vert="horz" wrap="square" lIns="91440" tIns="45720" rIns="91440" bIns="45720" numCol="1" anchor="ctr" anchorCtr="0" compatLnSpc="1"/>
          <a:lstStyle>
            <a:lvl1pPr algn="r">
              <a:lnSpc>
                <a:spcPct val="100000"/>
              </a:lnSpc>
              <a:spcBef>
                <a:spcPct val="0"/>
              </a:spcBef>
              <a:defRPr sz="1200" b="1">
                <a:latin typeface="Calibri" panose="020F0502020204030204" pitchFamily="34" charset="0"/>
              </a:defRPr>
            </a:lvl1pPr>
          </a:lstStyle>
          <a:p>
            <a:pPr>
              <a:defRPr/>
            </a:pPr>
            <a:fld id="{0B7F2F63-BF3E-4C0C-A868-2C657446BA07}" type="slidenum">
              <a:rPr lang="en-US" smtClean="0"/>
              <a:t>‹#›</a:t>
            </a:fld>
            <a:endParaRPr lang="en-US" dirty="0"/>
          </a:p>
        </p:txBody>
      </p:sp>
      <p:sp>
        <p:nvSpPr>
          <p:cNvPr id="7" name="Rectangle 6"/>
          <p:cNvSpPr/>
          <p:nvPr/>
        </p:nvSpPr>
        <p:spPr>
          <a:xfrm>
            <a:off x="0" y="0"/>
            <a:ext cx="9144000" cy="762000"/>
          </a:xfrm>
          <a:prstGeom prst="rect">
            <a:avLst/>
          </a:prstGeom>
          <a:solidFill>
            <a:schemeClr val="accent6">
              <a:lumMod val="75000"/>
            </a:schemeClr>
          </a:solidFill>
        </p:spPr>
        <p:style>
          <a:lnRef idx="1">
            <a:schemeClr val="accent6"/>
          </a:lnRef>
          <a:fillRef idx="2">
            <a:schemeClr val="accent6"/>
          </a:fillRef>
          <a:effectRef idx="1">
            <a:schemeClr val="accent6"/>
          </a:effectRef>
          <a:fontRef idx="minor">
            <a:schemeClr val="dk1"/>
          </a:fontRef>
        </p:style>
        <p:txBody>
          <a:bodyPr rtlCol="0"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endParaRPr lang="en-US" sz="4800" b="1" cap="none" spc="50" dirty="0">
              <a:ln w="11430">
                <a:solidFill>
                  <a:srgbClr val="FF0000"/>
                </a:solidFill>
              </a:ln>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l" rtl="0" eaLnBrk="1" fontAlgn="base" hangingPunct="1">
        <a:spcBef>
          <a:spcPct val="0"/>
        </a:spcBef>
        <a:spcAft>
          <a:spcPct val="0"/>
        </a:spcAft>
        <a:defRPr sz="2500" b="1" kern="1200">
          <a:solidFill>
            <a:schemeClr val="bg1"/>
          </a:solidFill>
          <a:latin typeface="Arial" panose="020B0604020202020204" pitchFamily="34" charset="0"/>
          <a:ea typeface="+mj-ea"/>
          <a:cs typeface="+mj-cs"/>
        </a:defRPr>
      </a:lvl1pPr>
      <a:lvl2pPr algn="l" rtl="0" eaLnBrk="1" fontAlgn="base" hangingPunct="1">
        <a:spcBef>
          <a:spcPct val="0"/>
        </a:spcBef>
        <a:spcAft>
          <a:spcPct val="0"/>
        </a:spcAft>
        <a:defRPr sz="2500" b="1">
          <a:solidFill>
            <a:schemeClr val="bg1"/>
          </a:solidFill>
          <a:latin typeface="Arial" panose="020B0604020202020204" pitchFamily="34" charset="0"/>
        </a:defRPr>
      </a:lvl2pPr>
      <a:lvl3pPr algn="l" rtl="0" eaLnBrk="1" fontAlgn="base" hangingPunct="1">
        <a:spcBef>
          <a:spcPct val="0"/>
        </a:spcBef>
        <a:spcAft>
          <a:spcPct val="0"/>
        </a:spcAft>
        <a:defRPr sz="2500" b="1">
          <a:solidFill>
            <a:schemeClr val="bg1"/>
          </a:solidFill>
          <a:latin typeface="Arial" panose="020B0604020202020204" pitchFamily="34" charset="0"/>
        </a:defRPr>
      </a:lvl3pPr>
      <a:lvl4pPr algn="l" rtl="0" eaLnBrk="1" fontAlgn="base" hangingPunct="1">
        <a:spcBef>
          <a:spcPct val="0"/>
        </a:spcBef>
        <a:spcAft>
          <a:spcPct val="0"/>
        </a:spcAft>
        <a:defRPr sz="2500" b="1">
          <a:solidFill>
            <a:schemeClr val="bg1"/>
          </a:solidFill>
          <a:latin typeface="Arial" panose="020B0604020202020204" pitchFamily="34" charset="0"/>
        </a:defRPr>
      </a:lvl4pPr>
      <a:lvl5pPr algn="l" rtl="0" eaLnBrk="1" fontAlgn="base" hangingPunct="1">
        <a:spcBef>
          <a:spcPct val="0"/>
        </a:spcBef>
        <a:spcAft>
          <a:spcPct val="0"/>
        </a:spcAft>
        <a:defRPr sz="2500" b="1">
          <a:solidFill>
            <a:schemeClr val="bg1"/>
          </a:solidFill>
          <a:latin typeface="Arial" panose="020B0604020202020204" pitchFamily="34" charset="0"/>
        </a:defRPr>
      </a:lvl5pPr>
      <a:lvl6pPr marL="457200" algn="l" rtl="0" eaLnBrk="1" fontAlgn="base" hangingPunct="1">
        <a:spcBef>
          <a:spcPct val="0"/>
        </a:spcBef>
        <a:spcAft>
          <a:spcPct val="0"/>
        </a:spcAft>
        <a:defRPr sz="2500" b="1">
          <a:solidFill>
            <a:schemeClr val="bg1"/>
          </a:solidFill>
          <a:latin typeface="Calibri" panose="020F0502020204030204" pitchFamily="34" charset="0"/>
        </a:defRPr>
      </a:lvl6pPr>
      <a:lvl7pPr marL="914400" algn="l" rtl="0" eaLnBrk="1" fontAlgn="base" hangingPunct="1">
        <a:spcBef>
          <a:spcPct val="0"/>
        </a:spcBef>
        <a:spcAft>
          <a:spcPct val="0"/>
        </a:spcAft>
        <a:defRPr sz="2500" b="1">
          <a:solidFill>
            <a:schemeClr val="bg1"/>
          </a:solidFill>
          <a:latin typeface="Calibri" panose="020F0502020204030204" pitchFamily="34" charset="0"/>
        </a:defRPr>
      </a:lvl7pPr>
      <a:lvl8pPr marL="1371600" algn="l" rtl="0" eaLnBrk="1" fontAlgn="base" hangingPunct="1">
        <a:spcBef>
          <a:spcPct val="0"/>
        </a:spcBef>
        <a:spcAft>
          <a:spcPct val="0"/>
        </a:spcAft>
        <a:defRPr sz="2500" b="1">
          <a:solidFill>
            <a:schemeClr val="bg1"/>
          </a:solidFill>
          <a:latin typeface="Calibri" panose="020F0502020204030204" pitchFamily="34" charset="0"/>
        </a:defRPr>
      </a:lvl8pPr>
      <a:lvl9pPr marL="1828800" algn="l" rtl="0" eaLnBrk="1" fontAlgn="base" hangingPunct="1">
        <a:spcBef>
          <a:spcPct val="0"/>
        </a:spcBef>
        <a:spcAft>
          <a:spcPct val="0"/>
        </a:spcAft>
        <a:defRPr sz="2500" b="1">
          <a:solidFill>
            <a:schemeClr val="bg1"/>
          </a:solidFill>
          <a:latin typeface="Calibri" panose="020F0502020204030204" pitchFamily="34" charset="0"/>
        </a:defRPr>
      </a:lvl9pPr>
    </p:titleStyle>
    <p:bodyStyle>
      <a:lvl1pPr marL="342900" indent="-342900" algn="l" rtl="0" eaLnBrk="1" fontAlgn="base" hangingPunct="1">
        <a:spcBef>
          <a:spcPct val="20000"/>
        </a:spcBef>
        <a:spcAft>
          <a:spcPct val="0"/>
        </a:spcAft>
        <a:buClr>
          <a:srgbClr val="000099"/>
        </a:buClr>
        <a:buSzPct val="50000"/>
        <a:buFont typeface="Wingdings" panose="05000000000000000000" pitchFamily="2" charset="2"/>
        <a:buChar char="u"/>
        <a:defRPr sz="3200" kern="1200">
          <a:solidFill>
            <a:schemeClr val="tx1"/>
          </a:solidFill>
          <a:latin typeface="Arial" panose="020B0604020202020204" pitchFamily="34" charset="0"/>
          <a:ea typeface="+mn-ea"/>
          <a:cs typeface="+mn-cs"/>
        </a:defRPr>
      </a:lvl1pPr>
      <a:lvl2pPr marL="742950" indent="-285750" algn="l" rtl="0" eaLnBrk="1" fontAlgn="base" hangingPunct="1">
        <a:spcBef>
          <a:spcPct val="20000"/>
        </a:spcBef>
        <a:spcAft>
          <a:spcPct val="0"/>
        </a:spcAft>
        <a:buClr>
          <a:srgbClr val="000099"/>
        </a:buClr>
        <a:buSzPct val="50000"/>
        <a:buFont typeface="Wingdings 2" panose="05020102010507070707" pitchFamily="18" charset="2"/>
        <a:buChar char="²"/>
        <a:defRPr sz="2800" kern="1200">
          <a:solidFill>
            <a:schemeClr val="tx1"/>
          </a:solidFill>
          <a:latin typeface="Arial" panose="020B0604020202020204" pitchFamily="34" charset="0"/>
          <a:ea typeface="+mn-ea"/>
          <a:cs typeface="+mn-cs"/>
        </a:defRPr>
      </a:lvl2pPr>
      <a:lvl3pPr marL="1143000" indent="-228600" algn="l" rtl="0" eaLnBrk="1" fontAlgn="base" hangingPunct="1">
        <a:spcBef>
          <a:spcPct val="20000"/>
        </a:spcBef>
        <a:spcAft>
          <a:spcPct val="0"/>
        </a:spcAft>
        <a:buClr>
          <a:srgbClr val="000099"/>
        </a:buClr>
        <a:buSzPct val="40000"/>
        <a:buFont typeface="Wingdings 2" panose="05020102010507070707" pitchFamily="18" charset="2"/>
        <a:buChar char="³"/>
        <a:defRPr sz="2400" kern="1200">
          <a:solidFill>
            <a:schemeClr val="tx1"/>
          </a:solidFill>
          <a:latin typeface="Arial" panose="020B0604020202020204" pitchFamily="34" charset="0"/>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838200" y="172106"/>
            <a:ext cx="7620000" cy="411163"/>
          </a:xfrm>
        </p:spPr>
        <p:txBody>
          <a:bodyPr/>
          <a:lstStyle/>
          <a:p>
            <a:pPr algn="ctr"/>
            <a:r>
              <a:rPr lang="en-US" altLang="en-US"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4"/>
          </p:nvPr>
        </p:nvSpPr>
        <p:spPr/>
        <p:txBody>
          <a:bodyPr/>
          <a:lstStyle/>
          <a:p>
            <a:pPr>
              <a:defRPr/>
            </a:pPr>
            <a:fld id="{0B7F2F63-BF3E-4C0C-A868-2C657446BA07}" type="slidenum">
              <a:rPr lang="en-US" smtClean="0"/>
              <a:t>1</a:t>
            </a:fld>
            <a:endParaRPr lang="en-US" dirty="0"/>
          </a:p>
        </p:txBody>
      </p:sp>
      <p:sp>
        <p:nvSpPr>
          <p:cNvPr id="7" name="Rectangle 6"/>
          <p:cNvSpPr/>
          <p:nvPr/>
        </p:nvSpPr>
        <p:spPr>
          <a:xfrm>
            <a:off x="533400" y="1295400"/>
            <a:ext cx="8077200" cy="5352234"/>
          </a:xfrm>
          <a:prstGeom prst="rect">
            <a:avLst/>
          </a:prstGeom>
        </p:spPr>
        <p:txBody>
          <a:bodyPr wrap="square">
            <a:spAutoFit/>
          </a:bodyPr>
          <a:lstStyle/>
          <a:p>
            <a:pPr marL="0" indent="0" algn="ctr" eaLnBrk="1" hangingPunct="1">
              <a:buFont typeface="Wingdings" panose="05000000000000000000" pitchFamily="2" charset="2"/>
              <a:buNone/>
            </a:pPr>
            <a:endParaRPr lang="en-US" altLang="en-US" sz="2800" b="1" dirty="0">
              <a:latin typeface="Times New Roman" panose="02020603050405020304" pitchFamily="18" charset="0"/>
              <a:cs typeface="Times New Roman" panose="02020603050405020304" pitchFamily="18" charset="0"/>
            </a:endParaRPr>
          </a:p>
          <a:p>
            <a:pPr marL="0" indent="0" algn="ctr" eaLnBrk="1" hangingPunct="1">
              <a:buFont typeface="Wingdings" panose="05000000000000000000" pitchFamily="2" charset="2"/>
              <a:buNone/>
            </a:pPr>
            <a:endParaRPr lang="en-US" altLang="ko-KR" sz="1800" dirty="0">
              <a:latin typeface="Times New Roman" panose="02020603050405020304" pitchFamily="18" charset="0"/>
              <a:ea typeface="Gulim" panose="020B0600000101010101" pitchFamily="34" charset="-127"/>
              <a:cs typeface="Times New Roman" panose="02020603050405020304" pitchFamily="18" charset="0"/>
            </a:endParaRPr>
          </a:p>
          <a:p>
            <a:pPr marL="0" indent="0" algn="just" eaLnBrk="1" hangingPunct="1">
              <a:buFont typeface="Wingdings" panose="05000000000000000000" pitchFamily="2" charset="2"/>
              <a:buNone/>
            </a:pPr>
            <a:r>
              <a:rPr lang="en-US" altLang="ko-KR" sz="2800" b="1" dirty="0">
                <a:latin typeface="Times New Roman" panose="02020603050405020304" pitchFamily="18" charset="0"/>
                <a:ea typeface="Gulim" panose="020B0600000101010101" pitchFamily="34" charset="-127"/>
                <a:cs typeface="Times New Roman" panose="02020603050405020304" pitchFamily="18" charset="0"/>
              </a:rPr>
              <a:t>            </a:t>
            </a:r>
            <a:r>
              <a:rPr lang="en-US" altLang="ko-KR" sz="2800" b="1" dirty="0" err="1">
                <a:latin typeface="Times New Roman" panose="02020603050405020304" pitchFamily="18" charset="0"/>
                <a:ea typeface="Gulim" panose="020B0600000101010101" pitchFamily="34" charset="-127"/>
                <a:cs typeface="Times New Roman" panose="02020603050405020304" pitchFamily="18" charset="0"/>
              </a:rPr>
              <a:t>Maplearn</a:t>
            </a:r>
            <a:r>
              <a:rPr lang="en-US" altLang="ko-KR" sz="2800" b="1" dirty="0">
                <a:latin typeface="Times New Roman" panose="02020603050405020304" pitchFamily="18" charset="0"/>
                <a:ea typeface="Gulim" panose="020B0600000101010101" pitchFamily="34" charset="-127"/>
                <a:cs typeface="Times New Roman" panose="02020603050405020304" pitchFamily="18" charset="0"/>
              </a:rPr>
              <a:t> Edu.</a:t>
            </a:r>
          </a:p>
          <a:p>
            <a:pPr marL="0" indent="0" algn="just" eaLnBrk="1" hangingPunct="1">
              <a:buFont typeface="Wingdings" panose="05000000000000000000" pitchFamily="2" charset="2"/>
              <a:buNone/>
            </a:pPr>
            <a:r>
              <a:rPr lang="en-US" altLang="ko-KR" sz="2800" dirty="0">
                <a:latin typeface="Times New Roman" panose="02020603050405020304" pitchFamily="18" charset="0"/>
                <a:ea typeface="Gulim" panose="020B0600000101010101" pitchFamily="34" charset="-127"/>
                <a:cs typeface="Times New Roman" panose="02020603050405020304" pitchFamily="18" charset="0"/>
              </a:rPr>
              <a:t>	  Members:</a:t>
            </a:r>
          </a:p>
          <a:p>
            <a:pPr marL="0" indent="0" algn="just" eaLnBrk="1" hangingPunct="1">
              <a:buFont typeface="Wingdings" panose="05000000000000000000" pitchFamily="2" charset="2"/>
              <a:buNone/>
            </a:pPr>
            <a:r>
              <a:rPr lang="en-US" altLang="ko-KR" sz="2800" dirty="0">
                <a:latin typeface="Times New Roman" panose="02020603050405020304" pitchFamily="18" charset="0"/>
                <a:ea typeface="Gulim" panose="020B0600000101010101" pitchFamily="34" charset="-127"/>
                <a:cs typeface="Times New Roman" panose="02020603050405020304" pitchFamily="18" charset="0"/>
              </a:rPr>
              <a:t>	</a:t>
            </a:r>
          </a:p>
          <a:p>
            <a:pPr marL="0" indent="0" eaLnBrk="1" hangingPunct="1">
              <a:buFont typeface="Wingdings" panose="05000000000000000000" pitchFamily="2" charset="2"/>
              <a:buNone/>
            </a:pPr>
            <a:endParaRPr lang="en-US" altLang="ko-KR" sz="1800" dirty="0">
              <a:latin typeface="Times New Roman" panose="02020603050405020304" pitchFamily="18" charset="0"/>
              <a:ea typeface="Gulim" panose="020B0600000101010101" pitchFamily="34" charset="-127"/>
              <a:cs typeface="Times New Roman" panose="02020603050405020304" pitchFamily="18" charset="0"/>
            </a:endParaRPr>
          </a:p>
          <a:p>
            <a:pPr marL="0" indent="0" eaLnBrk="1" hangingPunct="1">
              <a:buFont typeface="Wingdings" panose="05000000000000000000" pitchFamily="2" charset="2"/>
              <a:buNone/>
            </a:pPr>
            <a:endParaRPr lang="en-US" altLang="ko-KR" sz="1800" dirty="0">
              <a:latin typeface="Times New Roman" panose="02020603050405020304" pitchFamily="18" charset="0"/>
              <a:ea typeface="Gulim" panose="020B0600000101010101" pitchFamily="34" charset="-127"/>
              <a:cs typeface="Times New Roman" panose="02020603050405020304" pitchFamily="18" charset="0"/>
            </a:endParaRPr>
          </a:p>
          <a:p>
            <a:pPr marL="0" indent="0" eaLnBrk="1" hangingPunct="1">
              <a:buFont typeface="Wingdings" panose="05000000000000000000" pitchFamily="2" charset="2"/>
              <a:buNone/>
            </a:pPr>
            <a:endParaRPr lang="en-US" altLang="ko-KR" sz="1800" dirty="0">
              <a:latin typeface="Times New Roman" panose="02020603050405020304" pitchFamily="18" charset="0"/>
              <a:ea typeface="Gulim" panose="020B0600000101010101" pitchFamily="34" charset="-127"/>
              <a:cs typeface="Times New Roman" panose="02020603050405020304" pitchFamily="18" charset="0"/>
            </a:endParaRPr>
          </a:p>
          <a:p>
            <a:pPr marL="0" indent="0" eaLnBrk="1" hangingPunct="1">
              <a:buFont typeface="Wingdings" panose="05000000000000000000" pitchFamily="2" charset="2"/>
              <a:buNone/>
            </a:pPr>
            <a:endParaRPr lang="en-US" altLang="ko-KR" sz="1800" dirty="0">
              <a:latin typeface="Times New Roman" panose="02020603050405020304" pitchFamily="18" charset="0"/>
              <a:ea typeface="Gulim" panose="020B0600000101010101" pitchFamily="34" charset="-127"/>
              <a:cs typeface="Times New Roman" panose="02020603050405020304" pitchFamily="18" charset="0"/>
            </a:endParaRPr>
          </a:p>
          <a:p>
            <a:pPr marL="0" indent="0" eaLnBrk="1" hangingPunct="1">
              <a:buFont typeface="Wingdings" panose="05000000000000000000" pitchFamily="2" charset="2"/>
              <a:buNone/>
            </a:pPr>
            <a:endParaRPr lang="en-US" altLang="ko-KR" sz="1800" dirty="0">
              <a:latin typeface="Times New Roman" panose="02020603050405020304" pitchFamily="18" charset="0"/>
              <a:ea typeface="Gulim" panose="020B0600000101010101" pitchFamily="34" charset="-127"/>
              <a:cs typeface="Times New Roman" panose="02020603050405020304" pitchFamily="18" charset="0"/>
            </a:endParaRPr>
          </a:p>
          <a:p>
            <a:pPr marL="0" indent="0" eaLnBrk="1" hangingPunct="1">
              <a:buFont typeface="Wingdings" panose="05000000000000000000" pitchFamily="2" charset="2"/>
              <a:buNone/>
            </a:pPr>
            <a:endParaRPr lang="en-US" altLang="ko-KR" sz="1800" dirty="0">
              <a:latin typeface="Times New Roman" panose="02020603050405020304" pitchFamily="18" charset="0"/>
              <a:ea typeface="Gulim" panose="020B0600000101010101" pitchFamily="34" charset="-127"/>
              <a:cs typeface="Times New Roman" panose="02020603050405020304" pitchFamily="18" charset="0"/>
            </a:endParaRPr>
          </a:p>
          <a:p>
            <a:pPr marL="0" indent="0" algn="r" eaLnBrk="1" hangingPunct="1">
              <a:buFont typeface="Wingdings" panose="05000000000000000000" pitchFamily="2" charset="2"/>
              <a:buNone/>
            </a:pPr>
            <a:endParaRPr lang="en-US" altLang="ko-KR" sz="1800" dirty="0">
              <a:latin typeface="Times New Roman" panose="02020603050405020304" pitchFamily="18" charset="0"/>
              <a:ea typeface="Gulim" panose="020B0600000101010101" pitchFamily="34" charset="-127"/>
              <a:cs typeface="Times New Roman" panose="02020603050405020304" pitchFamily="18" charset="0"/>
            </a:endParaRPr>
          </a:p>
          <a:p>
            <a:pPr marL="0" indent="0" algn="r" eaLnBrk="1" hangingPunct="1">
              <a:buFont typeface="Wingdings" panose="05000000000000000000" pitchFamily="2" charset="2"/>
              <a:buNone/>
            </a:pPr>
            <a:r>
              <a:rPr lang="en-US" altLang="ko-KR" sz="1800" dirty="0">
                <a:latin typeface="Times New Roman" panose="02020603050405020304" pitchFamily="18" charset="0"/>
                <a:ea typeface="Gulim" panose="020B0600000101010101" pitchFamily="34" charset="-127"/>
                <a:cs typeface="Times New Roman" panose="02020603050405020304" pitchFamily="18" charset="0"/>
              </a:rPr>
              <a:t>Date 06 Month 10 Year 2025</a:t>
            </a:r>
            <a:endParaRPr lang="vi-VN" altLang="ko-KR" sz="1800" dirty="0">
              <a:latin typeface="Times New Roman" panose="02020603050405020304" pitchFamily="18" charset="0"/>
              <a:cs typeface="Times New Roman" panose="02020603050405020304" pitchFamily="18" charset="0"/>
            </a:endParaRPr>
          </a:p>
          <a:p>
            <a:pPr>
              <a:lnSpc>
                <a:spcPct val="100000"/>
              </a:lnSpc>
            </a:pPr>
            <a:endParaRPr lang="en-US" sz="1800" dirty="0">
              <a:latin typeface="Calibri" panose="020F0502020204030204" pitchFamily="34" charset="0"/>
              <a:cs typeface="Calibri" panose="020F0502020204030204" pitchFamily="34" charset="0"/>
            </a:endParaRPr>
          </a:p>
        </p:txBody>
      </p:sp>
      <p:graphicFrame>
        <p:nvGraphicFramePr>
          <p:cNvPr id="6" name="Table 5"/>
          <p:cNvGraphicFramePr>
            <a:graphicFrameLocks noGrp="1"/>
          </p:cNvGraphicFramePr>
          <p:nvPr/>
        </p:nvGraphicFramePr>
        <p:xfrm>
          <a:off x="1219200" y="3124200"/>
          <a:ext cx="6858001" cy="1143424"/>
        </p:xfrm>
        <a:graphic>
          <a:graphicData uri="http://schemas.openxmlformats.org/drawingml/2006/table">
            <a:tbl>
              <a:tblPr>
                <a:tableStyleId>{5C22544A-7EE6-4342-B048-85BDC9FD1C3A}</a:tableStyleId>
              </a:tblPr>
              <a:tblGrid>
                <a:gridCol w="1684155">
                  <a:extLst>
                    <a:ext uri="{9D8B030D-6E8A-4147-A177-3AD203B41FA5}">
                      <a16:colId xmlns:a16="http://schemas.microsoft.com/office/drawing/2014/main" val="20000"/>
                    </a:ext>
                  </a:extLst>
                </a:gridCol>
                <a:gridCol w="2921966">
                  <a:extLst>
                    <a:ext uri="{9D8B030D-6E8A-4147-A177-3AD203B41FA5}">
                      <a16:colId xmlns:a16="http://schemas.microsoft.com/office/drawing/2014/main" val="20001"/>
                    </a:ext>
                  </a:extLst>
                </a:gridCol>
                <a:gridCol w="2251880">
                  <a:extLst>
                    <a:ext uri="{9D8B030D-6E8A-4147-A177-3AD203B41FA5}">
                      <a16:colId xmlns:a16="http://schemas.microsoft.com/office/drawing/2014/main" val="20002"/>
                    </a:ext>
                  </a:extLst>
                </a:gridCol>
              </a:tblGrid>
              <a:tr h="411904">
                <a:tc>
                  <a:txBody>
                    <a:bodyPr/>
                    <a:lstStyle/>
                    <a:p>
                      <a:pPr marL="0" marR="0" algn="ctr">
                        <a:lnSpc>
                          <a:spcPct val="100000"/>
                        </a:lnSpc>
                        <a:spcBef>
                          <a:spcPts val="0"/>
                        </a:spcBef>
                        <a:spcAft>
                          <a:spcPts val="0"/>
                        </a:spcAft>
                        <a:tabLst>
                          <a:tab pos="2857500" algn="l"/>
                        </a:tabLst>
                      </a:pPr>
                      <a:r>
                        <a:rPr lang="en-GB" sz="2400">
                          <a:effectLst/>
                          <a:latin typeface="Times New Roman" panose="02020603050405020304" pitchFamily="18" charset="0"/>
                          <a:cs typeface="Times New Roman" panose="02020603050405020304" pitchFamily="18" charset="0"/>
                        </a:rPr>
                        <a:t>1.</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noFill/>
                  </a:tcPr>
                </a:tc>
                <a:tc>
                  <a:txBody>
                    <a:bodyPr/>
                    <a:lstStyle/>
                    <a:p>
                      <a:pPr marL="0" marR="0" algn="just">
                        <a:lnSpc>
                          <a:spcPct val="100000"/>
                        </a:lnSpc>
                        <a:spcBef>
                          <a:spcPts val="0"/>
                        </a:spcBef>
                        <a:spcAft>
                          <a:spcPts val="0"/>
                        </a:spcAft>
                        <a:tabLst>
                          <a:tab pos="2857500" algn="l"/>
                        </a:tabLst>
                      </a:pPr>
                      <a:r>
                        <a:rPr lang="en-GB" sz="2400" dirty="0">
                          <a:effectLst/>
                          <a:latin typeface="Times New Roman" panose="02020603050405020304" pitchFamily="18" charset="0"/>
                          <a:cs typeface="Times New Roman" panose="02020603050405020304" pitchFamily="18" charset="0"/>
                        </a:rPr>
                        <a:t>Phạm Hoàng Tuấn</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noFill/>
                  </a:tcPr>
                </a:tc>
                <a:tc>
                  <a:txBody>
                    <a:bodyPr/>
                    <a:lstStyle/>
                    <a:p>
                      <a:pPr marL="0" marR="0" algn="just">
                        <a:lnSpc>
                          <a:spcPct val="100000"/>
                        </a:lnSpc>
                        <a:spcBef>
                          <a:spcPts val="0"/>
                        </a:spcBef>
                        <a:spcAft>
                          <a:spcPts val="0"/>
                        </a:spcAft>
                        <a:tabLst>
                          <a:tab pos="2857500" algn="l"/>
                        </a:tabLst>
                      </a:pPr>
                      <a:r>
                        <a:rPr lang="en-GB" sz="2400" dirty="0">
                          <a:effectLst/>
                          <a:latin typeface="Times New Roman" panose="02020603050405020304" pitchFamily="18" charset="0"/>
                          <a:cs typeface="Times New Roman" panose="02020603050405020304" pitchFamily="18" charset="0"/>
                        </a:rPr>
                        <a:t>Student1614869</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noFill/>
                  </a:tcPr>
                </a:tc>
                <a:extLst>
                  <a:ext uri="{0D108BD9-81ED-4DB2-BD59-A6C34878D82A}">
                    <a16:rowId xmlns:a16="http://schemas.microsoft.com/office/drawing/2014/main" val="10000"/>
                  </a:ext>
                </a:extLst>
              </a:tr>
              <a:tr h="291003">
                <a:tc>
                  <a:txBody>
                    <a:bodyPr/>
                    <a:lstStyle/>
                    <a:p>
                      <a:pPr marL="0" marR="0" algn="ctr">
                        <a:lnSpc>
                          <a:spcPct val="100000"/>
                        </a:lnSpc>
                        <a:spcBef>
                          <a:spcPts val="0"/>
                        </a:spcBef>
                        <a:spcAft>
                          <a:spcPts val="0"/>
                        </a:spcAft>
                        <a:tabLst>
                          <a:tab pos="2857500" algn="l"/>
                        </a:tabLst>
                      </a:pPr>
                      <a:r>
                        <a:rPr lang="en-GB" sz="2400">
                          <a:effectLst/>
                          <a:latin typeface="Times New Roman" panose="02020603050405020304" pitchFamily="18" charset="0"/>
                          <a:cs typeface="Times New Roman" panose="02020603050405020304" pitchFamily="18" charset="0"/>
                        </a:rPr>
                        <a:t>2.</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noFill/>
                  </a:tcPr>
                </a:tc>
                <a:tc>
                  <a:txBody>
                    <a:bodyPr/>
                    <a:lstStyle/>
                    <a:p>
                      <a:pPr marL="0" marR="0" algn="just">
                        <a:lnSpc>
                          <a:spcPct val="100000"/>
                        </a:lnSpc>
                        <a:spcBef>
                          <a:spcPts val="0"/>
                        </a:spcBef>
                        <a:spcAft>
                          <a:spcPts val="0"/>
                        </a:spcAft>
                        <a:tabLst>
                          <a:tab pos="2857500" algn="l"/>
                        </a:tabLst>
                      </a:pPr>
                      <a:r>
                        <a:rPr lang="en-GB" sz="2400" dirty="0">
                          <a:effectLst/>
                          <a:latin typeface="Times New Roman" panose="02020603050405020304" pitchFamily="18" charset="0"/>
                          <a:cs typeface="Times New Roman" panose="02020603050405020304" pitchFamily="18" charset="0"/>
                        </a:rPr>
                        <a:t>Lâm Hoàng An</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noFill/>
                  </a:tcPr>
                </a:tc>
                <a:tc>
                  <a:txBody>
                    <a:bodyPr/>
                    <a:lstStyle/>
                    <a:p>
                      <a:pPr marL="0" marR="0" algn="just">
                        <a:lnSpc>
                          <a:spcPct val="100000"/>
                        </a:lnSpc>
                        <a:spcBef>
                          <a:spcPts val="0"/>
                        </a:spcBef>
                        <a:spcAft>
                          <a:spcPts val="0"/>
                        </a:spcAft>
                        <a:tabLst>
                          <a:tab pos="2857500" algn="l"/>
                        </a:tabLst>
                      </a:pPr>
                      <a:r>
                        <a:rPr lang="en-GB" sz="2400" dirty="0">
                          <a:effectLst/>
                          <a:latin typeface="Times New Roman" panose="02020603050405020304" pitchFamily="18" charset="0"/>
                          <a:cs typeface="Times New Roman" panose="02020603050405020304" pitchFamily="18" charset="0"/>
                        </a:rPr>
                        <a:t>Student1614870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noFill/>
                  </a:tcPr>
                </a:tc>
                <a:extLst>
                  <a:ext uri="{0D108BD9-81ED-4DB2-BD59-A6C34878D82A}">
                    <a16:rowId xmlns:a16="http://schemas.microsoft.com/office/drawing/2014/main" val="10001"/>
                  </a:ext>
                </a:extLst>
              </a:tr>
              <a:tr h="291003">
                <a:tc>
                  <a:txBody>
                    <a:bodyPr/>
                    <a:lstStyle/>
                    <a:p>
                      <a:pPr marL="0" marR="0" algn="ctr">
                        <a:lnSpc>
                          <a:spcPct val="100000"/>
                        </a:lnSpc>
                        <a:spcBef>
                          <a:spcPts val="0"/>
                        </a:spcBef>
                        <a:spcAft>
                          <a:spcPts val="0"/>
                        </a:spcAft>
                        <a:tabLst>
                          <a:tab pos="2857500" algn="l"/>
                        </a:tabLst>
                      </a:pPr>
                      <a:r>
                        <a:rPr lang="en-GB" sz="2400">
                          <a:effectLst/>
                          <a:latin typeface="Times New Roman" panose="02020603050405020304" pitchFamily="18" charset="0"/>
                          <a:cs typeface="Times New Roman" panose="02020603050405020304" pitchFamily="18" charset="0"/>
                        </a:rPr>
                        <a:t>3.</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noFill/>
                  </a:tcPr>
                </a:tc>
                <a:tc>
                  <a:txBody>
                    <a:bodyPr/>
                    <a:lstStyle/>
                    <a:p>
                      <a:pPr marL="0" marR="0" algn="just">
                        <a:lnSpc>
                          <a:spcPct val="100000"/>
                        </a:lnSpc>
                        <a:spcBef>
                          <a:spcPts val="0"/>
                        </a:spcBef>
                        <a:spcAft>
                          <a:spcPts val="0"/>
                        </a:spcAft>
                        <a:tabLst>
                          <a:tab pos="2857500" algn="l"/>
                        </a:tabLst>
                      </a:pPr>
                      <a:r>
                        <a:rPr lang="en-GB" sz="2400" dirty="0" err="1">
                          <a:effectLst/>
                          <a:latin typeface="Times New Roman" panose="02020603050405020304" pitchFamily="18" charset="0"/>
                          <a:cs typeface="Times New Roman" panose="02020603050405020304" pitchFamily="18" charset="0"/>
                        </a:rPr>
                        <a:t>Trần</a:t>
                      </a:r>
                      <a:r>
                        <a:rPr lang="en-GB" sz="2400" dirty="0">
                          <a:effectLst/>
                          <a:latin typeface="Times New Roman" panose="02020603050405020304" pitchFamily="18" charset="0"/>
                          <a:cs typeface="Times New Roman" panose="02020603050405020304" pitchFamily="18" charset="0"/>
                        </a:rPr>
                        <a:t> Hoàng Anh</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noFill/>
                  </a:tcPr>
                </a:tc>
                <a:tc>
                  <a:txBody>
                    <a:bodyPr/>
                    <a:lstStyle/>
                    <a:p>
                      <a:pPr marL="0" marR="0" algn="just">
                        <a:lnSpc>
                          <a:spcPct val="100000"/>
                        </a:lnSpc>
                        <a:spcBef>
                          <a:spcPts val="0"/>
                        </a:spcBef>
                        <a:spcAft>
                          <a:spcPts val="0"/>
                        </a:spcAft>
                        <a:tabLst>
                          <a:tab pos="2857500" algn="l"/>
                        </a:tabLst>
                      </a:pPr>
                      <a:r>
                        <a:rPr lang="en-GB" sz="2400" dirty="0">
                          <a:effectLst/>
                          <a:latin typeface="Times New Roman" panose="02020603050405020304" pitchFamily="18" charset="0"/>
                          <a:cs typeface="Times New Roman" panose="02020603050405020304" pitchFamily="18" charset="0"/>
                        </a:rPr>
                        <a:t>Student1614884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762000" y="198438"/>
            <a:ext cx="7620000" cy="411163"/>
          </a:xfrm>
        </p:spPr>
        <p:txBody>
          <a:bodyPr/>
          <a:lstStyle/>
          <a:p>
            <a:pPr algn="ctr"/>
            <a:r>
              <a:rPr lang="en-US" altLang="ko-KR" dirty="0">
                <a:latin typeface="Times New Roman" panose="02020603050405020304" pitchFamily="18" charset="0"/>
                <a:ea typeface="Gulim" panose="020B0600000101010101" pitchFamily="34" charset="-127"/>
                <a:cs typeface="Times New Roman" panose="02020603050405020304" pitchFamily="18" charset="0"/>
              </a:rPr>
              <a:t>Content</a:t>
            </a:r>
            <a:endParaRPr lang="en-US" dirty="0"/>
          </a:p>
        </p:txBody>
      </p:sp>
      <p:sp>
        <p:nvSpPr>
          <p:cNvPr id="5" name="Slide Number Placeholder 4"/>
          <p:cNvSpPr>
            <a:spLocks noGrp="1"/>
          </p:cNvSpPr>
          <p:nvPr>
            <p:ph type="sldNum" sz="quarter" idx="4"/>
          </p:nvPr>
        </p:nvSpPr>
        <p:spPr/>
        <p:txBody>
          <a:bodyPr/>
          <a:lstStyle/>
          <a:p>
            <a:pPr>
              <a:defRPr/>
            </a:pPr>
            <a:fld id="{0B7F2F63-BF3E-4C0C-A868-2C657446BA07}" type="slidenum">
              <a:rPr lang="en-US" smtClean="0"/>
              <a:t>2</a:t>
            </a:fld>
            <a:endParaRPr lang="en-US" dirty="0"/>
          </a:p>
        </p:txBody>
      </p:sp>
      <p:sp>
        <p:nvSpPr>
          <p:cNvPr id="6" name="Content Placeholder 2"/>
          <p:cNvSpPr>
            <a:spLocks noGrp="1"/>
          </p:cNvSpPr>
          <p:nvPr>
            <p:ph idx="1"/>
          </p:nvPr>
        </p:nvSpPr>
        <p:spPr>
          <a:xfrm>
            <a:off x="609600" y="1066800"/>
            <a:ext cx="8305800" cy="5105400"/>
          </a:xfrm>
        </p:spPr>
        <p:txBody>
          <a:bodyPr/>
          <a:lstStyle/>
          <a:p>
            <a:pPr eaLnBrk="1" hangingPunct="1"/>
            <a:r>
              <a:rPr lang="en-US" altLang="ko-KR" sz="2600" dirty="0">
                <a:latin typeface="Times New Roman" panose="02020603050405020304" pitchFamily="18" charset="0"/>
                <a:ea typeface="Gulim" panose="020B0600000101010101" pitchFamily="34" charset="-127"/>
                <a:cs typeface="Times New Roman" panose="02020603050405020304" pitchFamily="18" charset="0"/>
              </a:rPr>
              <a:t>Introduction</a:t>
            </a:r>
          </a:p>
          <a:p>
            <a:pPr lvl="1" eaLnBrk="1" hangingPunct="1"/>
            <a:r>
              <a:rPr lang="en-US" altLang="en-US" sz="2600" dirty="0">
                <a:latin typeface="Times New Roman" panose="02020603050405020304" pitchFamily="18" charset="0"/>
                <a:ea typeface="Gulim" panose="020B0600000101010101" pitchFamily="34" charset="-127"/>
                <a:cs typeface="Times New Roman" panose="02020603050405020304" pitchFamily="18" charset="0"/>
              </a:rPr>
              <a:t>Actual requirements</a:t>
            </a:r>
            <a:endParaRPr lang="en-US" altLang="ko-KR" sz="2600" dirty="0">
              <a:latin typeface="Times New Roman" panose="02020603050405020304" pitchFamily="18" charset="0"/>
              <a:ea typeface="Gulim" panose="020B0600000101010101" pitchFamily="34" charset="-127"/>
              <a:cs typeface="Times New Roman" panose="02020603050405020304" pitchFamily="18" charset="0"/>
            </a:endParaRPr>
          </a:p>
          <a:p>
            <a:pPr lvl="1"/>
            <a:r>
              <a:rPr lang="en-US" sz="2600" dirty="0">
                <a:latin typeface="Times New Roman" panose="02020603050405020304" pitchFamily="18" charset="0"/>
                <a:cs typeface="Times New Roman" panose="02020603050405020304" pitchFamily="18" charset="0"/>
              </a:rPr>
              <a:t>Requirements of the project</a:t>
            </a:r>
            <a:endParaRPr lang="en-US" altLang="ko-KR" sz="2600" dirty="0">
              <a:latin typeface="Times New Roman" panose="02020603050405020304" pitchFamily="18" charset="0"/>
              <a:ea typeface="Gulim" panose="020B0600000101010101" pitchFamily="34" charset="-127"/>
              <a:cs typeface="Times New Roman" panose="02020603050405020304" pitchFamily="18" charset="0"/>
            </a:endParaRPr>
          </a:p>
          <a:p>
            <a:pPr lvl="1"/>
            <a:r>
              <a:rPr lang="en-US" sz="2600" dirty="0">
                <a:latin typeface="Times New Roman" panose="02020603050405020304" pitchFamily="18" charset="0"/>
                <a:cs typeface="Times New Roman" panose="02020603050405020304" pitchFamily="18" charset="0"/>
              </a:rPr>
              <a:t>D</a:t>
            </a:r>
            <a:r>
              <a:rPr lang="vi-VN" sz="2600" dirty="0">
                <a:latin typeface="Times New Roman" panose="02020603050405020304" pitchFamily="18" charset="0"/>
                <a:cs typeface="Times New Roman" panose="02020603050405020304" pitchFamily="18" charset="0"/>
              </a:rPr>
              <a:t>eployment </a:t>
            </a:r>
            <a:r>
              <a:rPr lang="en-US" sz="2600" dirty="0">
                <a:latin typeface="Times New Roman" panose="02020603050405020304" pitchFamily="18" charset="0"/>
                <a:cs typeface="Times New Roman" panose="02020603050405020304" pitchFamily="18" charset="0"/>
              </a:rPr>
              <a:t>d</a:t>
            </a:r>
            <a:r>
              <a:rPr lang="vi-VN" sz="2600" dirty="0">
                <a:latin typeface="Times New Roman" panose="02020603050405020304" pitchFamily="18" charset="0"/>
                <a:cs typeface="Times New Roman" panose="02020603050405020304" pitchFamily="18" charset="0"/>
              </a:rPr>
              <a:t>iagram</a:t>
            </a:r>
            <a:endParaRPr lang="en-US" altLang="ko-KR" sz="2600" dirty="0">
              <a:latin typeface="Times New Roman" panose="02020603050405020304" pitchFamily="18" charset="0"/>
              <a:ea typeface="Gulim" panose="020B0600000101010101" pitchFamily="34" charset="-127"/>
              <a:cs typeface="Times New Roman" panose="02020603050405020304" pitchFamily="18" charset="0"/>
            </a:endParaRPr>
          </a:p>
          <a:p>
            <a:pPr eaLnBrk="1" hangingPunct="1"/>
            <a:r>
              <a:rPr lang="en-US" altLang="ko-KR" sz="2600" dirty="0">
                <a:latin typeface="Times New Roman" panose="02020603050405020304" pitchFamily="18" charset="0"/>
                <a:ea typeface="Gulim" panose="020B0600000101010101" pitchFamily="34" charset="-127"/>
                <a:cs typeface="Times New Roman" panose="02020603050405020304" pitchFamily="18" charset="0"/>
              </a:rPr>
              <a:t>Test result</a:t>
            </a:r>
          </a:p>
          <a:p>
            <a:pPr eaLnBrk="1" hangingPunct="1"/>
            <a:r>
              <a:rPr lang="en-US" altLang="ko-KR" sz="2600" dirty="0">
                <a:latin typeface="Times New Roman" panose="02020603050405020304" pitchFamily="18" charset="0"/>
                <a:ea typeface="Gulim" panose="020B0600000101010101" pitchFamily="34" charset="-127"/>
                <a:cs typeface="Times New Roman" panose="02020603050405020304" pitchFamily="18" charset="0"/>
              </a:rPr>
              <a:t>Conclusion and development</a:t>
            </a:r>
          </a:p>
          <a:p>
            <a:r>
              <a:rPr lang="en-US" altLang="ko-KR" sz="2600" dirty="0">
                <a:latin typeface="Times New Roman" panose="02020603050405020304" pitchFamily="18" charset="0"/>
                <a:ea typeface="Gulim" panose="020B0600000101010101" pitchFamily="34" charset="-127"/>
                <a:cs typeface="Times New Roman" panose="02020603050405020304" pitchFamily="18" charset="0"/>
              </a:rPr>
              <a:t>Task list</a:t>
            </a:r>
          </a:p>
          <a:p>
            <a:pPr eaLnBrk="1" hangingPunct="1"/>
            <a:endParaRPr lang="vi-VN" altLang="ko-KR" sz="2800" dirty="0">
              <a:latin typeface="Times New Roman" panose="02020603050405020304" pitchFamily="18" charset="0"/>
              <a:ea typeface="Gulim" panose="020B0600000101010101" pitchFamily="34" charset="-127"/>
              <a:cs typeface="Times New Roman" panose="02020603050405020304" pitchFamily="18" charset="0"/>
            </a:endParaRPr>
          </a:p>
          <a:p>
            <a:pPr eaLnBrk="1" hangingPunct="1"/>
            <a:endParaRPr lang="en-US" altLang="en-US" dirty="0">
              <a:latin typeface="Arial" panose="020B0604020202020204" pitchFamily="34" charset="0"/>
              <a:ea typeface="Gulim" panose="020B0600000101010101" pitchFamily="34" charset="-127"/>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p:txBody>
          <a:bodyPr/>
          <a:lstStyle/>
          <a:p>
            <a:pPr>
              <a:defRPr/>
            </a:pPr>
            <a:fld id="{0B7F2F63-BF3E-4C0C-A868-2C657446BA07}" type="slidenum">
              <a:rPr lang="en-US" smtClean="0"/>
              <a:t>3</a:t>
            </a:fld>
            <a:endParaRPr lang="en-US" dirty="0"/>
          </a:p>
        </p:txBody>
      </p:sp>
      <p:sp>
        <p:nvSpPr>
          <p:cNvPr id="4" name="Content Placeholder 3"/>
          <p:cNvSpPr>
            <a:spLocks noGrp="1"/>
          </p:cNvSpPr>
          <p:nvPr>
            <p:ph idx="1"/>
          </p:nvPr>
        </p:nvSpPr>
        <p:spPr>
          <a:xfrm>
            <a:off x="103843" y="914400"/>
            <a:ext cx="8808244" cy="5257800"/>
          </a:xfrm>
        </p:spPr>
        <p:txBody>
          <a:bodyPr/>
          <a:lstStyle/>
          <a:p>
            <a:pPr marL="0" indent="0">
              <a:buNone/>
            </a:pPr>
            <a:r>
              <a:rPr lang="en-US" sz="2600" dirty="0"/>
              <a:t>1. </a:t>
            </a:r>
            <a:r>
              <a:rPr lang="en-US" sz="2600" dirty="0">
                <a:latin typeface="Times New Roman" panose="02020603050405020304" pitchFamily="18" charset="0"/>
                <a:cs typeface="Times New Roman" panose="02020603050405020304" pitchFamily="18" charset="0"/>
              </a:rPr>
              <a:t>Provide function to store student and teacher data into database.</a:t>
            </a:r>
          </a:p>
          <a:p>
            <a:pPr marL="0" indent="0">
              <a:buNone/>
            </a:pPr>
            <a:r>
              <a:rPr lang="en-US" sz="2600" dirty="0">
                <a:latin typeface="Times New Roman" panose="02020603050405020304" pitchFamily="18" charset="0"/>
                <a:cs typeface="Times New Roman" panose="02020603050405020304" pitchFamily="18" charset="0"/>
              </a:rPr>
              <a:t>2. Provide information about the courses and educational content for students.</a:t>
            </a:r>
          </a:p>
          <a:p>
            <a:pPr marL="0" indent="0">
              <a:buNone/>
            </a:pPr>
            <a:r>
              <a:rPr lang="en-US" sz="2600" dirty="0">
                <a:latin typeface="Times New Roman" panose="02020603050405020304" pitchFamily="18" charset="0"/>
                <a:cs typeface="Times New Roman" panose="02020603050405020304" pitchFamily="18" charset="0"/>
              </a:rPr>
              <a:t>3. Teachers can create tests and manage students' learning experiences.</a:t>
            </a:r>
          </a:p>
          <a:p>
            <a:pPr marL="0" indent="0">
              <a:buNone/>
            </a:pPr>
            <a:r>
              <a:rPr lang="en-US" sz="2600" dirty="0">
                <a:latin typeface="Times New Roman" panose="02020603050405020304" pitchFamily="18" charset="0"/>
                <a:cs typeface="Times New Roman" panose="02020603050405020304" pitchFamily="18" charset="0"/>
              </a:rPr>
              <a:t>4. Manage Teacher information and Student enrollment.</a:t>
            </a:r>
          </a:p>
          <a:p>
            <a:pPr marL="0" indent="0">
              <a:buNone/>
            </a:pPr>
            <a:r>
              <a:rPr lang="en-US" sz="2600" dirty="0">
                <a:latin typeface="Times New Roman" panose="02020603050405020304" pitchFamily="18" charset="0"/>
                <a:cs typeface="Times New Roman" panose="02020603050405020304" pitchFamily="18" charset="0"/>
              </a:rPr>
              <a:t>5. Manage learning progress and assessment delivery. </a:t>
            </a:r>
          </a:p>
          <a:p>
            <a:pPr marL="0" indent="0">
              <a:buNone/>
            </a:pPr>
            <a:r>
              <a:rPr lang="en-US" sz="2600" dirty="0">
                <a:latin typeface="Times New Roman" panose="02020603050405020304" pitchFamily="18" charset="0"/>
                <a:cs typeface="Times New Roman" panose="02020603050405020304" pitchFamily="18" charset="0"/>
              </a:rPr>
              <a:t>6. Generate comprehensive educational statistics and reports.</a:t>
            </a:r>
          </a:p>
          <a:p>
            <a:pPr marL="0" indent="0">
              <a:buNone/>
            </a:pPr>
            <a:r>
              <a:rPr lang="en-US" sz="2600" dirty="0">
                <a:latin typeface="Times New Roman" panose="02020603050405020304" pitchFamily="18" charset="0"/>
                <a:cs typeface="Times New Roman" panose="02020603050405020304" pitchFamily="18" charset="0"/>
              </a:rPr>
              <a:t>7. Provide secure payment processing and transaction management.</a:t>
            </a:r>
          </a:p>
          <a:p>
            <a:pPr marL="0" indent="0">
              <a:buNone/>
            </a:pPr>
            <a:r>
              <a:rPr lang="en-US" sz="2600" dirty="0">
                <a:latin typeface="Times New Roman" panose="02020603050405020304" pitchFamily="18" charset="0"/>
                <a:cs typeface="Times New Roman" panose="02020603050405020304" pitchFamily="18" charset="0"/>
              </a:rPr>
              <a:t>8. Implement AI-powered learning assistance and support.</a:t>
            </a:r>
          </a:p>
        </p:txBody>
      </p:sp>
      <p:sp>
        <p:nvSpPr>
          <p:cNvPr id="7" name="Title 1"/>
          <p:cNvSpPr>
            <a:spLocks noGrp="1"/>
          </p:cNvSpPr>
          <p:nvPr>
            <p:ph type="title"/>
          </p:nvPr>
        </p:nvSpPr>
        <p:spPr>
          <a:xfrm>
            <a:off x="304800" y="76200"/>
            <a:ext cx="8610600" cy="609600"/>
          </a:xfrm>
        </p:spPr>
        <p:txBody>
          <a:bodyPr/>
          <a:lstStyle/>
          <a:p>
            <a:pPr lvl="1" algn="ctr"/>
            <a:r>
              <a:rPr lang="en-US" altLang="en-US" sz="2800" dirty="0">
                <a:latin typeface="Times New Roman" panose="02020603050405020304" pitchFamily="18" charset="0"/>
                <a:ea typeface="Gulim" panose="020B0600000101010101" pitchFamily="34" charset="-127"/>
                <a:cs typeface="Times New Roman" panose="02020603050405020304" pitchFamily="18" charset="0"/>
              </a:rPr>
              <a:t>	</a:t>
            </a:r>
            <a:r>
              <a:rPr lang="en-US" altLang="en-US" sz="3200" dirty="0">
                <a:latin typeface="Times New Roman" panose="02020603050405020304" pitchFamily="18" charset="0"/>
                <a:ea typeface="Gulim" panose="020B0600000101010101" pitchFamily="34" charset="-127"/>
                <a:cs typeface="Times New Roman" panose="02020603050405020304" pitchFamily="18" charset="0"/>
              </a:rPr>
              <a:t>Introduction </a:t>
            </a:r>
            <a:r>
              <a:rPr lang="en-US" altLang="en-US" sz="3200" b="0" dirty="0">
                <a:latin typeface="Times New Roman" panose="02020603050405020304" pitchFamily="18" charset="0"/>
                <a:ea typeface="Gulim" panose="020B0600000101010101" pitchFamily="34" charset="-127"/>
                <a:cs typeface="Times New Roman" panose="02020603050405020304" pitchFamily="18" charset="0"/>
              </a:rPr>
              <a:t>- </a:t>
            </a:r>
            <a:r>
              <a:rPr lang="en-US" altLang="en-US" sz="3200" dirty="0">
                <a:latin typeface="Times New Roman" panose="02020603050405020304" pitchFamily="18" charset="0"/>
                <a:ea typeface="Gulim" panose="020B0600000101010101" pitchFamily="34" charset="-127"/>
                <a:cs typeface="Times New Roman" panose="02020603050405020304" pitchFamily="18" charset="0"/>
              </a:rPr>
              <a:t>Actual requirements</a:t>
            </a:r>
            <a:endParaRPr lang="en-US" altLang="ko-KR" sz="3200" dirty="0">
              <a:latin typeface="Times New Roman" panose="02020603050405020304" pitchFamily="18" charset="0"/>
              <a:ea typeface="Gulim" panose="020B0600000101010101" pitchFamily="34" charset="-127"/>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a:xfrm>
            <a:off x="107156" y="6618913"/>
            <a:ext cx="8929688" cy="162887"/>
          </a:xfrm>
        </p:spPr>
        <p:txBody>
          <a:bodyPr/>
          <a:lstStyle/>
          <a:p>
            <a:pPr>
              <a:defRPr/>
            </a:pPr>
            <a:fld id="{0B7F2F63-BF3E-4C0C-A868-2C657446BA07}" type="slidenum">
              <a:rPr lang="en-US" smtClean="0"/>
              <a:t>4</a:t>
            </a:fld>
            <a:endParaRPr lang="en-US" dirty="0"/>
          </a:p>
        </p:txBody>
      </p:sp>
      <p:sp>
        <p:nvSpPr>
          <p:cNvPr id="4" name="Content Placeholder 3"/>
          <p:cNvSpPr>
            <a:spLocks noGrp="1"/>
          </p:cNvSpPr>
          <p:nvPr>
            <p:ph idx="1"/>
          </p:nvPr>
        </p:nvSpPr>
        <p:spPr/>
        <p:txBody>
          <a:bodyPr/>
          <a:lstStyle/>
          <a:p>
            <a:r>
              <a:rPr lang="en-US" b="1" dirty="0"/>
              <a:t>Functional</a:t>
            </a:r>
            <a:r>
              <a:rPr lang="en-US" dirty="0"/>
              <a:t> </a:t>
            </a:r>
          </a:p>
          <a:p>
            <a:pPr marL="0" indent="0">
              <a:buNone/>
            </a:pPr>
            <a:endParaRPr lang="en-US" dirty="0"/>
          </a:p>
        </p:txBody>
      </p:sp>
      <p:sp>
        <p:nvSpPr>
          <p:cNvPr id="7" name="Title 1"/>
          <p:cNvSpPr>
            <a:spLocks noGrp="1"/>
          </p:cNvSpPr>
          <p:nvPr>
            <p:ph type="title"/>
          </p:nvPr>
        </p:nvSpPr>
        <p:spPr>
          <a:xfrm>
            <a:off x="228600" y="76200"/>
            <a:ext cx="8929688" cy="609600"/>
          </a:xfrm>
        </p:spPr>
        <p:txBody>
          <a:bodyPr/>
          <a:lstStyle/>
          <a:p>
            <a:pPr lvl="1" algn="ctr"/>
            <a:r>
              <a:rPr lang="en-US" altLang="en-US" sz="3200" dirty="0">
                <a:latin typeface="Times New Roman" panose="02020603050405020304" pitchFamily="18" charset="0"/>
                <a:ea typeface="Gulim" panose="020B0600000101010101" pitchFamily="34" charset="-127"/>
                <a:cs typeface="Times New Roman" panose="02020603050405020304" pitchFamily="18" charset="0"/>
              </a:rPr>
              <a:t>	Introduction </a:t>
            </a:r>
            <a:r>
              <a:rPr lang="en-US" altLang="en-US" sz="3200" b="0" dirty="0">
                <a:latin typeface="Times New Roman" panose="02020603050405020304" pitchFamily="18" charset="0"/>
                <a:ea typeface="Gulim" panose="020B0600000101010101" pitchFamily="34" charset="-127"/>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Requirements of the project </a:t>
            </a:r>
            <a:endParaRPr lang="en-US" altLang="ko-KR" sz="3200" dirty="0">
              <a:latin typeface="Times New Roman" panose="02020603050405020304" pitchFamily="18" charset="0"/>
              <a:ea typeface="Gulim" panose="020B0600000101010101" pitchFamily="34" charset="-127"/>
              <a:cs typeface="Times New Roman" panose="02020603050405020304" pitchFamily="18" charset="0"/>
            </a:endParaRPr>
          </a:p>
        </p:txBody>
      </p:sp>
      <p:sp>
        <p:nvSpPr>
          <p:cNvPr id="6" name="TextBox 5"/>
          <p:cNvSpPr txBox="1"/>
          <p:nvPr/>
        </p:nvSpPr>
        <p:spPr>
          <a:xfrm>
            <a:off x="289322" y="1428656"/>
            <a:ext cx="8808244" cy="4941802"/>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Given Student Role </a:t>
            </a:r>
          </a:p>
          <a:p>
            <a:pPr marL="342900" indent="-342900">
              <a:buFontTx/>
              <a:buChar char="-"/>
            </a:pPr>
            <a:r>
              <a:rPr lang="en-US" sz="2600" dirty="0">
                <a:latin typeface="Times New Roman" panose="02020603050405020304" pitchFamily="18" charset="0"/>
                <a:cs typeface="Times New Roman" panose="02020603050405020304" pitchFamily="18" charset="0"/>
              </a:rPr>
              <a:t>when browse courses then view, search, filter courses in catalog</a:t>
            </a:r>
          </a:p>
          <a:p>
            <a:pPr marL="342900" indent="-342900">
              <a:buFontTx/>
              <a:buChar char="-"/>
            </a:pPr>
            <a:r>
              <a:rPr lang="en-US" sz="2600" dirty="0">
                <a:latin typeface="Times New Roman" panose="02020603050405020304" pitchFamily="18" charset="0"/>
                <a:cs typeface="Times New Roman" panose="02020603050405020304" pitchFamily="18" charset="0"/>
              </a:rPr>
              <a:t>when access learning then view video lessons, take notes, download resources</a:t>
            </a:r>
          </a:p>
          <a:p>
            <a:pPr marL="342900" indent="-342900">
              <a:buFontTx/>
              <a:buChar char="-"/>
            </a:pPr>
            <a:r>
              <a:rPr lang="en-US" sz="2600" dirty="0">
                <a:latin typeface="Times New Roman" panose="02020603050405020304" pitchFamily="18" charset="0"/>
                <a:cs typeface="Times New Roman" panose="02020603050405020304" pitchFamily="18" charset="0"/>
              </a:rPr>
              <a:t>when take exams then attempt quizzes, view results, track progress</a:t>
            </a:r>
          </a:p>
          <a:p>
            <a:pPr marL="342900" indent="-342900">
              <a:buFontTx/>
              <a:buChar char="-"/>
            </a:pPr>
            <a:r>
              <a:rPr lang="en-US" sz="2600" dirty="0">
                <a:latin typeface="Times New Roman" panose="02020603050405020304" pitchFamily="18" charset="0"/>
                <a:cs typeface="Times New Roman" panose="02020603050405020304" pitchFamily="18" charset="0"/>
              </a:rPr>
              <a:t>when manage profile then view, edit personal information, payment history</a:t>
            </a:r>
          </a:p>
          <a:p>
            <a:pPr marL="342900" indent="-342900">
              <a:buFontTx/>
              <a:buChar char="-"/>
            </a:pPr>
            <a:r>
              <a:rPr lang="en-US" sz="2600" dirty="0">
                <a:latin typeface="Times New Roman" panose="02020603050405020304" pitchFamily="18" charset="0"/>
                <a:cs typeface="Times New Roman" panose="02020603050405020304" pitchFamily="18" charset="0"/>
              </a:rPr>
              <a:t>when use AI assistant then ask questions, get course consultation, receive help</a:t>
            </a:r>
          </a:p>
          <a:p>
            <a:pPr marL="342900" indent="-342900">
              <a:buFontTx/>
              <a:buChar char="-"/>
            </a:pPr>
            <a:r>
              <a:rPr lang="en-US" sz="2600" dirty="0">
                <a:latin typeface="Times New Roman" panose="02020603050405020304" pitchFamily="18" charset="0"/>
                <a:cs typeface="Times New Roman" panose="02020603050405020304" pitchFamily="18" charset="0"/>
              </a:rPr>
              <a:t>when track progress then view completion status, certificates, achievements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p:txBody>
          <a:bodyPr/>
          <a:lstStyle/>
          <a:p>
            <a:pPr>
              <a:defRPr/>
            </a:pPr>
            <a:fld id="{0B7F2F63-BF3E-4C0C-A868-2C657446BA07}" type="slidenum">
              <a:rPr lang="en-US" smtClean="0"/>
              <a:t>5</a:t>
            </a:fld>
            <a:endParaRPr lang="en-US" dirty="0"/>
          </a:p>
        </p:txBody>
      </p:sp>
      <p:sp>
        <p:nvSpPr>
          <p:cNvPr id="4" name="Content Placeholder 3"/>
          <p:cNvSpPr>
            <a:spLocks noGrp="1"/>
          </p:cNvSpPr>
          <p:nvPr>
            <p:ph idx="1"/>
          </p:nvPr>
        </p:nvSpPr>
        <p:spPr/>
        <p:txBody>
          <a:bodyPr/>
          <a:lstStyle/>
          <a:p>
            <a:r>
              <a:rPr lang="en-US" b="1" dirty="0"/>
              <a:t>Functional</a:t>
            </a:r>
            <a:r>
              <a:rPr lang="en-US" dirty="0"/>
              <a:t> </a:t>
            </a:r>
          </a:p>
          <a:p>
            <a:pPr marL="0" indent="0">
              <a:buNone/>
            </a:pPr>
            <a:endParaRPr lang="en-US" dirty="0"/>
          </a:p>
        </p:txBody>
      </p:sp>
      <p:sp>
        <p:nvSpPr>
          <p:cNvPr id="7" name="Title 1"/>
          <p:cNvSpPr>
            <a:spLocks noGrp="1"/>
          </p:cNvSpPr>
          <p:nvPr>
            <p:ph type="title"/>
          </p:nvPr>
        </p:nvSpPr>
        <p:spPr>
          <a:xfrm>
            <a:off x="228600" y="76200"/>
            <a:ext cx="8929688" cy="609600"/>
          </a:xfrm>
        </p:spPr>
        <p:txBody>
          <a:bodyPr/>
          <a:lstStyle/>
          <a:p>
            <a:pPr lvl="1" algn="ctr"/>
            <a:r>
              <a:rPr lang="en-US" altLang="en-US" sz="2800" dirty="0">
                <a:latin typeface="Times New Roman" panose="02020603050405020304" pitchFamily="18" charset="0"/>
                <a:ea typeface="Gulim" panose="020B0600000101010101" pitchFamily="34" charset="-127"/>
                <a:cs typeface="Times New Roman" panose="02020603050405020304" pitchFamily="18" charset="0"/>
              </a:rPr>
              <a:t>	Introduction </a:t>
            </a:r>
            <a:r>
              <a:rPr lang="en-US" altLang="en-US" sz="2800" b="0" dirty="0">
                <a:latin typeface="Times New Roman" panose="02020603050405020304" pitchFamily="18" charset="0"/>
                <a:ea typeface="Gulim" panose="020B0600000101010101" pitchFamily="34" charset="-127"/>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Requirements of the project </a:t>
            </a:r>
            <a:endParaRPr lang="en-US" altLang="ko-KR" sz="2800" dirty="0">
              <a:latin typeface="Times New Roman" panose="02020603050405020304" pitchFamily="18" charset="0"/>
              <a:ea typeface="Gulim" panose="020B0600000101010101" pitchFamily="34" charset="-127"/>
              <a:cs typeface="Times New Roman" panose="02020603050405020304" pitchFamily="18" charset="0"/>
            </a:endParaRPr>
          </a:p>
        </p:txBody>
      </p:sp>
      <p:sp>
        <p:nvSpPr>
          <p:cNvPr id="6" name="TextBox 5"/>
          <p:cNvSpPr txBox="1"/>
          <p:nvPr/>
        </p:nvSpPr>
        <p:spPr>
          <a:xfrm>
            <a:off x="304800" y="1600200"/>
            <a:ext cx="8808244" cy="3421386"/>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2. </a:t>
            </a:r>
            <a:r>
              <a:rPr lang="en-US" sz="2600" b="1" dirty="0">
                <a:latin typeface="Times New Roman" panose="02020603050405020304" pitchFamily="18" charset="0"/>
                <a:cs typeface="Times New Roman" panose="02020603050405020304" pitchFamily="18" charset="0"/>
              </a:rPr>
              <a:t>Given Teacher Role</a:t>
            </a:r>
            <a:endParaRPr lang="en-US" sz="2600" dirty="0">
              <a:latin typeface="Times New Roman" panose="02020603050405020304" pitchFamily="18" charset="0"/>
              <a:cs typeface="Times New Roman" panose="02020603050405020304" pitchFamily="18" charset="0"/>
            </a:endParaRPr>
          </a:p>
          <a:p>
            <a:pPr marL="342900" indent="-342900">
              <a:buFontTx/>
              <a:buChar char="-"/>
            </a:pPr>
            <a:r>
              <a:rPr lang="en-US" sz="2600" dirty="0">
                <a:latin typeface="Times New Roman" panose="02020603050405020304" pitchFamily="18" charset="0"/>
                <a:cs typeface="Times New Roman" panose="02020603050405020304" pitchFamily="18" charset="0"/>
              </a:rPr>
              <a:t>when manage students then view student progress, enrollment status in course list</a:t>
            </a:r>
          </a:p>
          <a:p>
            <a:pPr marL="342900" indent="-342900">
              <a:buFontTx/>
              <a:buChar char="-"/>
            </a:pPr>
            <a:r>
              <a:rPr lang="en-US" sz="2600" dirty="0">
                <a:latin typeface="Times New Roman" panose="02020603050405020304" pitchFamily="18" charset="0"/>
                <a:cs typeface="Times New Roman" panose="02020603050405020304" pitchFamily="18" charset="0"/>
              </a:rPr>
              <a:t>when manage courses then view, add, edit, remove a course in list</a:t>
            </a:r>
          </a:p>
          <a:p>
            <a:pPr marL="342900" indent="-342900">
              <a:buFontTx/>
              <a:buChar char="-"/>
            </a:pPr>
            <a:r>
              <a:rPr lang="en-US" sz="2600" dirty="0">
                <a:latin typeface="Times New Roman" panose="02020603050405020304" pitchFamily="18" charset="0"/>
                <a:cs typeface="Times New Roman" panose="02020603050405020304" pitchFamily="18" charset="0"/>
              </a:rPr>
              <a:t>when manage exams then view, add, edit, remove an exam in list</a:t>
            </a:r>
          </a:p>
          <a:p>
            <a:pPr marL="342900" indent="-342900">
              <a:buFontTx/>
              <a:buChar char="-"/>
            </a:pPr>
            <a:r>
              <a:rPr lang="en-US" sz="2600" dirty="0">
                <a:latin typeface="Times New Roman" panose="02020603050405020304" pitchFamily="18" charset="0"/>
                <a:cs typeface="Times New Roman" panose="02020603050405020304" pitchFamily="18" charset="0"/>
              </a:rPr>
              <a:t>when view reports then access student performance, course analytics, exam results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p:txBody>
          <a:bodyPr/>
          <a:lstStyle/>
          <a:p>
            <a:pPr>
              <a:defRPr/>
            </a:pPr>
            <a:fld id="{0B7F2F63-BF3E-4C0C-A868-2C657446BA07}" type="slidenum">
              <a:rPr lang="en-US" smtClean="0"/>
              <a:t>6</a:t>
            </a:fld>
            <a:endParaRPr lang="en-US" dirty="0"/>
          </a:p>
        </p:txBody>
      </p:sp>
      <p:sp>
        <p:nvSpPr>
          <p:cNvPr id="4" name="Content Placeholder 3"/>
          <p:cNvSpPr>
            <a:spLocks noGrp="1"/>
          </p:cNvSpPr>
          <p:nvPr>
            <p:ph idx="1"/>
          </p:nvPr>
        </p:nvSpPr>
        <p:spPr/>
        <p:txBody>
          <a:bodyPr/>
          <a:lstStyle/>
          <a:p>
            <a:r>
              <a:rPr lang="en-US" b="1" dirty="0"/>
              <a:t>Functional</a:t>
            </a:r>
            <a:r>
              <a:rPr lang="en-US" dirty="0"/>
              <a:t> </a:t>
            </a:r>
          </a:p>
          <a:p>
            <a:pPr marL="0" indent="0">
              <a:buNone/>
            </a:pPr>
            <a:endParaRPr lang="en-US" dirty="0"/>
          </a:p>
        </p:txBody>
      </p:sp>
      <p:sp>
        <p:nvSpPr>
          <p:cNvPr id="7" name="Title 1"/>
          <p:cNvSpPr>
            <a:spLocks noGrp="1"/>
          </p:cNvSpPr>
          <p:nvPr>
            <p:ph type="title"/>
          </p:nvPr>
        </p:nvSpPr>
        <p:spPr>
          <a:xfrm>
            <a:off x="228600" y="76200"/>
            <a:ext cx="8929688" cy="609600"/>
          </a:xfrm>
        </p:spPr>
        <p:txBody>
          <a:bodyPr/>
          <a:lstStyle/>
          <a:p>
            <a:pPr lvl="1" algn="ctr"/>
            <a:r>
              <a:rPr lang="en-US" altLang="en-US" sz="2800" dirty="0">
                <a:latin typeface="Times New Roman" panose="02020603050405020304" pitchFamily="18" charset="0"/>
                <a:ea typeface="Gulim" panose="020B0600000101010101" pitchFamily="34" charset="-127"/>
                <a:cs typeface="Times New Roman" panose="02020603050405020304" pitchFamily="18" charset="0"/>
              </a:rPr>
              <a:t>	Introduction </a:t>
            </a:r>
            <a:r>
              <a:rPr lang="en-US" altLang="en-US" sz="2800" b="0" dirty="0">
                <a:latin typeface="Times New Roman" panose="02020603050405020304" pitchFamily="18" charset="0"/>
                <a:ea typeface="Gulim" panose="020B0600000101010101" pitchFamily="34" charset="-127"/>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Requirements of the project </a:t>
            </a:r>
            <a:endParaRPr lang="en-US" altLang="ko-KR" sz="2800" dirty="0">
              <a:latin typeface="Times New Roman" panose="02020603050405020304" pitchFamily="18" charset="0"/>
              <a:ea typeface="Gulim" panose="020B0600000101010101" pitchFamily="34" charset="-127"/>
              <a:cs typeface="Times New Roman" panose="02020603050405020304" pitchFamily="18" charset="0"/>
            </a:endParaRPr>
          </a:p>
        </p:txBody>
      </p:sp>
      <p:sp>
        <p:nvSpPr>
          <p:cNvPr id="6" name="TextBox 5"/>
          <p:cNvSpPr txBox="1"/>
          <p:nvPr/>
        </p:nvSpPr>
        <p:spPr>
          <a:xfrm>
            <a:off x="304800" y="1600200"/>
            <a:ext cx="8808244" cy="3901517"/>
          </a:xfrm>
          <a:prstGeom prst="rect">
            <a:avLst/>
          </a:prstGeom>
          <a:noFill/>
        </p:spPr>
        <p:txBody>
          <a:bodyPr wrap="square">
            <a:spAutoFit/>
          </a:bodyPr>
          <a:lstStyle/>
          <a:p>
            <a:r>
              <a:rPr lang="en-US" sz="2600" b="1" dirty="0">
                <a:latin typeface="Times New Roman" panose="02020603050405020304" pitchFamily="18" charset="0"/>
                <a:cs typeface="Times New Roman" panose="02020603050405020304" pitchFamily="18" charset="0"/>
              </a:rPr>
              <a:t>2. Given Administrator Role</a:t>
            </a:r>
            <a:endParaRPr lang="en-US" sz="2600" dirty="0">
              <a:latin typeface="Times New Roman" panose="02020603050405020304" pitchFamily="18" charset="0"/>
              <a:cs typeface="Times New Roman" panose="02020603050405020304" pitchFamily="18" charset="0"/>
            </a:endParaRPr>
          </a:p>
          <a:p>
            <a:pPr marL="342900" indent="-342900">
              <a:buFontTx/>
              <a:buChar char="-"/>
            </a:pPr>
            <a:r>
              <a:rPr lang="en-US" sz="2600" dirty="0">
                <a:latin typeface="Times New Roman" panose="02020603050405020304" pitchFamily="18" charset="0"/>
                <a:cs typeface="Times New Roman" panose="02020603050405020304" pitchFamily="18" charset="0"/>
              </a:rPr>
              <a:t>when manage users then view, add, edit, , verify students and teachers in list</a:t>
            </a:r>
          </a:p>
          <a:p>
            <a:pPr marL="342900" indent="-342900">
              <a:buFontTx/>
              <a:buChar char="-"/>
            </a:pPr>
            <a:r>
              <a:rPr lang="en-US" sz="2600" dirty="0">
                <a:latin typeface="Times New Roman" panose="02020603050405020304" pitchFamily="18" charset="0"/>
                <a:cs typeface="Times New Roman" panose="02020603050405020304" pitchFamily="18" charset="0"/>
              </a:rPr>
              <a:t>when manage courses then view, add, edit, remove a course in list</a:t>
            </a:r>
          </a:p>
          <a:p>
            <a:pPr marL="342900" indent="-342900">
              <a:buFontTx/>
              <a:buChar char="-"/>
            </a:pPr>
            <a:r>
              <a:rPr lang="en-US" sz="2600" dirty="0">
                <a:latin typeface="Times New Roman" panose="02020603050405020304" pitchFamily="18" charset="0"/>
                <a:cs typeface="Times New Roman" panose="02020603050405020304" pitchFamily="18" charset="0"/>
              </a:rPr>
              <a:t>when manage courses then view, approve, suspend, remove courses in platform</a:t>
            </a:r>
          </a:p>
          <a:p>
            <a:pPr marL="342900" indent="-342900">
              <a:buFontTx/>
              <a:buChar char="-"/>
            </a:pPr>
            <a:r>
              <a:rPr lang="en-US" sz="2600" dirty="0">
                <a:latin typeface="Times New Roman" panose="02020603050405020304" pitchFamily="18" charset="0"/>
                <a:cs typeface="Times New Roman" panose="02020603050405020304" pitchFamily="18" charset="0"/>
              </a:rPr>
              <a:t>when manage payments then view, process, refund transactions in payment list</a:t>
            </a:r>
          </a:p>
          <a:p>
            <a:pPr marL="342900" indent="-342900">
              <a:buFontTx/>
              <a:buChar char="-"/>
            </a:pPr>
            <a:endParaRPr 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p:txBody>
          <a:bodyPr/>
          <a:lstStyle/>
          <a:p>
            <a:pPr>
              <a:defRPr/>
            </a:pPr>
            <a:fld id="{0B7F2F63-BF3E-4C0C-A868-2C657446BA07}" type="slidenum">
              <a:rPr lang="en-US" smtClean="0"/>
              <a:t>7</a:t>
            </a:fld>
            <a:endParaRPr lang="en-US" dirty="0"/>
          </a:p>
        </p:txBody>
      </p:sp>
      <p:sp>
        <p:nvSpPr>
          <p:cNvPr id="4" name="Content Placeholder 3"/>
          <p:cNvSpPr>
            <a:spLocks noGrp="1"/>
          </p:cNvSpPr>
          <p:nvPr>
            <p:ph idx="1"/>
          </p:nvPr>
        </p:nvSpPr>
        <p:spPr/>
        <p:txBody>
          <a:bodyPr/>
          <a:lstStyle/>
          <a:p>
            <a:r>
              <a:rPr lang="en-US" b="1" dirty="0"/>
              <a:t>Functional</a:t>
            </a:r>
            <a:r>
              <a:rPr lang="en-US" dirty="0"/>
              <a:t> </a:t>
            </a:r>
          </a:p>
          <a:p>
            <a:pPr marL="0" indent="0">
              <a:buNone/>
            </a:pPr>
            <a:endParaRPr lang="en-US" dirty="0"/>
          </a:p>
        </p:txBody>
      </p:sp>
      <p:sp>
        <p:nvSpPr>
          <p:cNvPr id="7" name="Title 1"/>
          <p:cNvSpPr>
            <a:spLocks noGrp="1"/>
          </p:cNvSpPr>
          <p:nvPr>
            <p:ph type="title"/>
          </p:nvPr>
        </p:nvSpPr>
        <p:spPr>
          <a:xfrm>
            <a:off x="228600" y="76200"/>
            <a:ext cx="8929688" cy="609600"/>
          </a:xfrm>
        </p:spPr>
        <p:txBody>
          <a:bodyPr/>
          <a:lstStyle/>
          <a:p>
            <a:pPr lvl="1" algn="ctr"/>
            <a:r>
              <a:rPr lang="en-US" altLang="en-US" sz="2800" dirty="0">
                <a:latin typeface="Times New Roman" panose="02020603050405020304" pitchFamily="18" charset="0"/>
                <a:ea typeface="Gulim" panose="020B0600000101010101" pitchFamily="34" charset="-127"/>
                <a:cs typeface="Times New Roman" panose="02020603050405020304" pitchFamily="18" charset="0"/>
              </a:rPr>
              <a:t>	Introduction </a:t>
            </a:r>
            <a:r>
              <a:rPr lang="en-US" altLang="en-US" sz="2800" b="0" dirty="0">
                <a:latin typeface="Times New Roman" panose="02020603050405020304" pitchFamily="18" charset="0"/>
                <a:ea typeface="Gulim" panose="020B0600000101010101" pitchFamily="34" charset="-127"/>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Requirements of the project </a:t>
            </a:r>
            <a:endParaRPr lang="en-US" altLang="ko-KR" sz="2800" dirty="0">
              <a:latin typeface="Times New Roman" panose="02020603050405020304" pitchFamily="18" charset="0"/>
              <a:ea typeface="Gulim" panose="020B0600000101010101" pitchFamily="34" charset="-127"/>
              <a:cs typeface="Times New Roman" panose="02020603050405020304" pitchFamily="18" charset="0"/>
            </a:endParaRPr>
          </a:p>
        </p:txBody>
      </p:sp>
      <p:sp>
        <p:nvSpPr>
          <p:cNvPr id="6" name="TextBox 5"/>
          <p:cNvSpPr txBox="1"/>
          <p:nvPr/>
        </p:nvSpPr>
        <p:spPr>
          <a:xfrm>
            <a:off x="304800" y="1600200"/>
            <a:ext cx="8808244" cy="3901517"/>
          </a:xfrm>
          <a:prstGeom prst="rect">
            <a:avLst/>
          </a:prstGeom>
          <a:noFill/>
        </p:spPr>
        <p:txBody>
          <a:bodyPr wrap="square">
            <a:spAutoFit/>
          </a:bodyPr>
          <a:lstStyle/>
          <a:p>
            <a:r>
              <a:rPr lang="en-US" sz="2600" b="1" dirty="0">
                <a:latin typeface="Times New Roman" panose="02020603050405020304" pitchFamily="18" charset="0"/>
                <a:cs typeface="Times New Roman" panose="02020603050405020304" pitchFamily="18" charset="0"/>
              </a:rPr>
              <a:t>2. Given Administrator Role</a:t>
            </a:r>
            <a:endParaRPr lang="en-US" sz="2600" dirty="0">
              <a:latin typeface="Times New Roman" panose="02020603050405020304" pitchFamily="18" charset="0"/>
              <a:cs typeface="Times New Roman" panose="02020603050405020304" pitchFamily="18" charset="0"/>
            </a:endParaRPr>
          </a:p>
          <a:p>
            <a:pPr marL="342900" indent="-342900">
              <a:buFontTx/>
              <a:buChar char="-"/>
            </a:pPr>
            <a:r>
              <a:rPr lang="en-US" sz="2600" dirty="0">
                <a:latin typeface="Times New Roman" panose="02020603050405020304" pitchFamily="18" charset="0"/>
                <a:cs typeface="Times New Roman" panose="02020603050405020304" pitchFamily="18" charset="0"/>
              </a:rPr>
              <a:t>when manage courses then view, add, edit, remove </a:t>
            </a:r>
            <a:r>
              <a:rPr lang="en-US" sz="2600" dirty="0" err="1">
                <a:latin typeface="Times New Roman" panose="02020603050405020304" pitchFamily="18" charset="0"/>
                <a:cs typeface="Times New Roman" panose="02020603050405020304" pitchFamily="18" charset="0"/>
              </a:rPr>
              <a:t>acourse</a:t>
            </a:r>
            <a:r>
              <a:rPr lang="en-US" sz="2600" dirty="0">
                <a:latin typeface="Times New Roman" panose="02020603050405020304" pitchFamily="18" charset="0"/>
                <a:cs typeface="Times New Roman" panose="02020603050405020304" pitchFamily="18" charset="0"/>
              </a:rPr>
              <a:t> in list</a:t>
            </a:r>
          </a:p>
          <a:p>
            <a:pPr marL="342900" indent="-342900">
              <a:buFontTx/>
              <a:buChar char="-"/>
            </a:pPr>
            <a:r>
              <a:rPr lang="en-US" sz="2600" dirty="0">
                <a:latin typeface="Times New Roman" panose="02020603050405020304" pitchFamily="18" charset="0"/>
                <a:cs typeface="Times New Roman" panose="02020603050405020304" pitchFamily="18" charset="0"/>
              </a:rPr>
              <a:t>when manage users then view, add, edit, , verify students and teachers in list</a:t>
            </a:r>
          </a:p>
          <a:p>
            <a:pPr marL="342900" indent="-342900">
              <a:buFontTx/>
              <a:buChar char="-"/>
            </a:pPr>
            <a:r>
              <a:rPr lang="en-US" sz="2600" dirty="0">
                <a:latin typeface="Times New Roman" panose="02020603050405020304" pitchFamily="18" charset="0"/>
                <a:cs typeface="Times New Roman" panose="02020603050405020304" pitchFamily="18" charset="0"/>
              </a:rPr>
              <a:t>when manage courses then view, approve, suspend, remove courses in platform</a:t>
            </a:r>
          </a:p>
          <a:p>
            <a:pPr marL="342900" indent="-342900">
              <a:buFontTx/>
              <a:buChar char="-"/>
            </a:pPr>
            <a:r>
              <a:rPr lang="en-US" sz="2600" dirty="0">
                <a:latin typeface="Times New Roman" panose="02020603050405020304" pitchFamily="18" charset="0"/>
                <a:cs typeface="Times New Roman" panose="02020603050405020304" pitchFamily="18" charset="0"/>
              </a:rPr>
              <a:t>when manage payments then view, process, refund transactions in payment list</a:t>
            </a:r>
          </a:p>
          <a:p>
            <a:pPr marL="342900" indent="-342900">
              <a:buFontTx/>
              <a:buChar char="-"/>
            </a:pPr>
            <a:endParaRPr 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p:txBody>
          <a:bodyPr/>
          <a:lstStyle/>
          <a:p>
            <a:pPr>
              <a:defRPr/>
            </a:pPr>
            <a:fld id="{0B7F2F63-BF3E-4C0C-A868-2C657446BA07}" type="slidenum">
              <a:rPr lang="en-US" smtClean="0"/>
              <a:t>8</a:t>
            </a:fld>
            <a:endParaRPr lang="en-US" dirty="0"/>
          </a:p>
        </p:txBody>
      </p:sp>
      <p:sp>
        <p:nvSpPr>
          <p:cNvPr id="4" name="Content Placeholder 3"/>
          <p:cNvSpPr>
            <a:spLocks noGrp="1"/>
          </p:cNvSpPr>
          <p:nvPr>
            <p:ph idx="1"/>
          </p:nvPr>
        </p:nvSpPr>
        <p:spPr/>
        <p:txBody>
          <a:bodyPr/>
          <a:lstStyle/>
          <a:p>
            <a:r>
              <a:rPr lang="en-US" b="1" dirty="0"/>
              <a:t>Non - functional</a:t>
            </a:r>
            <a:endParaRPr lang="en-US" dirty="0"/>
          </a:p>
          <a:p>
            <a:pPr marL="0" indent="0">
              <a:buNone/>
            </a:pPr>
            <a:endParaRPr lang="en-US" dirty="0"/>
          </a:p>
        </p:txBody>
      </p:sp>
      <p:sp>
        <p:nvSpPr>
          <p:cNvPr id="7" name="Title 1"/>
          <p:cNvSpPr>
            <a:spLocks noGrp="1"/>
          </p:cNvSpPr>
          <p:nvPr>
            <p:ph type="title"/>
          </p:nvPr>
        </p:nvSpPr>
        <p:spPr>
          <a:xfrm>
            <a:off x="533400" y="76200"/>
            <a:ext cx="8610600" cy="609600"/>
          </a:xfrm>
        </p:spPr>
        <p:txBody>
          <a:bodyPr/>
          <a:lstStyle/>
          <a:p>
            <a:pPr lvl="1" algn="ctr"/>
            <a:r>
              <a:rPr lang="en-US" altLang="en-US" sz="2800" dirty="0">
                <a:latin typeface="Times New Roman" panose="02020603050405020304" pitchFamily="18" charset="0"/>
                <a:ea typeface="Gulim" panose="020B0600000101010101" pitchFamily="34" charset="-127"/>
                <a:cs typeface="Times New Roman" panose="02020603050405020304" pitchFamily="18" charset="0"/>
              </a:rPr>
              <a:t>	Introduction </a:t>
            </a:r>
            <a:r>
              <a:rPr lang="en-US" altLang="en-US" sz="2800" b="0" dirty="0">
                <a:latin typeface="Times New Roman" panose="02020603050405020304" pitchFamily="18" charset="0"/>
                <a:ea typeface="Gulim" panose="020B0600000101010101" pitchFamily="34" charset="-127"/>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Requirements of the project </a:t>
            </a:r>
            <a:endParaRPr lang="en-US" altLang="ko-KR" sz="2800" dirty="0">
              <a:latin typeface="Times New Roman" panose="02020603050405020304" pitchFamily="18" charset="0"/>
              <a:ea typeface="Gulim" panose="020B0600000101010101" pitchFamily="34" charset="-127"/>
              <a:cs typeface="Times New Roman" panose="02020603050405020304" pitchFamily="18" charset="0"/>
            </a:endParaRPr>
          </a:p>
        </p:txBody>
      </p:sp>
      <p:sp>
        <p:nvSpPr>
          <p:cNvPr id="6" name="TextBox 5"/>
          <p:cNvSpPr txBox="1"/>
          <p:nvPr/>
        </p:nvSpPr>
        <p:spPr>
          <a:xfrm>
            <a:off x="304800" y="1600200"/>
            <a:ext cx="8808244" cy="3261342"/>
          </a:xfrm>
          <a:prstGeom prst="rect">
            <a:avLst/>
          </a:prstGeom>
          <a:noFill/>
        </p:spPr>
        <p:txBody>
          <a:bodyPr wrap="square">
            <a:spAutoFit/>
          </a:bodyPr>
          <a:lstStyle/>
          <a:p>
            <a:pPr marL="457200" indent="-457200">
              <a:buFontTx/>
              <a:buChar char="-"/>
            </a:pPr>
            <a:r>
              <a:rPr lang="en-US" sz="2600" b="1" dirty="0">
                <a:latin typeface="Times New Roman" panose="02020603050405020304" pitchFamily="18" charset="0"/>
                <a:cs typeface="Times New Roman" panose="02020603050405020304" pitchFamily="18" charset="0"/>
              </a:rPr>
              <a:t>Usability</a:t>
            </a:r>
          </a:p>
          <a:p>
            <a:pPr marL="914400" lvl="1" indent="-457200">
              <a:buFontTx/>
              <a:buChar char="-"/>
            </a:pPr>
            <a:r>
              <a:rPr lang="en-US" sz="2600" dirty="0">
                <a:latin typeface="Times New Roman" panose="02020603050405020304" pitchFamily="18" charset="0"/>
                <a:cs typeface="Times New Roman" panose="02020603050405020304" pitchFamily="18" charset="0"/>
              </a:rPr>
              <a:t>Intuitive user interface with clear navigation</a:t>
            </a:r>
          </a:p>
          <a:p>
            <a:pPr marL="914400" lvl="1" indent="-457200">
              <a:buFontTx/>
              <a:buChar char="-"/>
            </a:pPr>
            <a:r>
              <a:rPr lang="en-US" sz="2600" dirty="0">
                <a:latin typeface="Times New Roman" panose="02020603050405020304" pitchFamily="18" charset="0"/>
                <a:cs typeface="Times New Roman" panose="02020603050405020304" pitchFamily="18" charset="0"/>
              </a:rPr>
              <a:t>Responsive design for all device types</a:t>
            </a:r>
          </a:p>
          <a:p>
            <a:pPr marL="457200" indent="-457200">
              <a:buFontTx/>
              <a:buChar char="-"/>
            </a:pPr>
            <a:r>
              <a:rPr lang="en-US" sz="2600" b="1" dirty="0">
                <a:latin typeface="Times New Roman" panose="02020603050405020304" pitchFamily="18" charset="0"/>
                <a:cs typeface="Times New Roman" panose="02020603050405020304" pitchFamily="18" charset="0"/>
              </a:rPr>
              <a:t>Speed and Smooth</a:t>
            </a:r>
          </a:p>
          <a:p>
            <a:pPr marL="914400" lvl="1" indent="-457200">
              <a:buFontTx/>
              <a:buChar char="-"/>
            </a:pPr>
            <a:r>
              <a:rPr lang="en-US" sz="2600" dirty="0">
                <a:latin typeface="Times New Roman" panose="02020603050405020304" pitchFamily="18" charset="0"/>
                <a:cs typeface="Times New Roman" panose="02020603050405020304" pitchFamily="18" charset="0"/>
              </a:rPr>
              <a:t>Fast page loading times and optimized performance</a:t>
            </a:r>
          </a:p>
          <a:p>
            <a:pPr marL="914400" lvl="1" indent="-457200">
              <a:buFontTx/>
              <a:buChar char="-"/>
            </a:pPr>
            <a:r>
              <a:rPr lang="en-US" sz="2600" dirty="0">
                <a:latin typeface="Times New Roman" panose="02020603050405020304" pitchFamily="18" charset="0"/>
                <a:cs typeface="Times New Roman" panose="02020603050405020304" pitchFamily="18" charset="0"/>
              </a:rPr>
              <a:t>Smooth video streaming with adaptive quality</a:t>
            </a:r>
          </a:p>
          <a:p>
            <a:pPr marL="914400" lvl="1" indent="-457200">
              <a:buFontTx/>
              <a:buChar char="-"/>
            </a:pPr>
            <a:r>
              <a:rPr lang="en-US" sz="2600" dirty="0">
                <a:latin typeface="Times New Roman" panose="02020603050405020304" pitchFamily="18" charset="0"/>
                <a:cs typeface="Times New Roman" panose="02020603050405020304" pitchFamily="18" charset="0"/>
              </a:rPr>
              <a:t>Efficient content delivery and caching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p:txBody>
          <a:bodyPr/>
          <a:lstStyle/>
          <a:p>
            <a:pPr>
              <a:defRPr/>
            </a:pPr>
            <a:fld id="{0B7F2F63-BF3E-4C0C-A868-2C657446BA07}" type="slidenum">
              <a:rPr lang="en-US" smtClean="0"/>
              <a:t>9</a:t>
            </a:fld>
            <a:endParaRPr lang="en-US" dirty="0"/>
          </a:p>
        </p:txBody>
      </p:sp>
      <p:sp>
        <p:nvSpPr>
          <p:cNvPr id="4" name="Content Placeholder 3"/>
          <p:cNvSpPr>
            <a:spLocks noGrp="1"/>
          </p:cNvSpPr>
          <p:nvPr>
            <p:ph idx="1"/>
          </p:nvPr>
        </p:nvSpPr>
        <p:spPr/>
        <p:txBody>
          <a:bodyPr/>
          <a:lstStyle/>
          <a:p>
            <a:r>
              <a:rPr lang="en-US" b="1" dirty="0"/>
              <a:t>Non - functional</a:t>
            </a:r>
            <a:endParaRPr lang="en-US" dirty="0"/>
          </a:p>
          <a:p>
            <a:pPr marL="0" indent="0">
              <a:buNone/>
            </a:pPr>
            <a:endParaRPr lang="en-US" dirty="0"/>
          </a:p>
        </p:txBody>
      </p:sp>
      <p:sp>
        <p:nvSpPr>
          <p:cNvPr id="7" name="Title 1"/>
          <p:cNvSpPr>
            <a:spLocks noGrp="1"/>
          </p:cNvSpPr>
          <p:nvPr>
            <p:ph type="title"/>
          </p:nvPr>
        </p:nvSpPr>
        <p:spPr>
          <a:xfrm>
            <a:off x="533400" y="76200"/>
            <a:ext cx="8610600" cy="609600"/>
          </a:xfrm>
        </p:spPr>
        <p:txBody>
          <a:bodyPr/>
          <a:lstStyle/>
          <a:p>
            <a:pPr lvl="1" algn="ctr"/>
            <a:r>
              <a:rPr lang="en-US" altLang="en-US" sz="2800" dirty="0">
                <a:latin typeface="Times New Roman" panose="02020603050405020304" pitchFamily="18" charset="0"/>
                <a:ea typeface="Gulim" panose="020B0600000101010101" pitchFamily="34" charset="-127"/>
                <a:cs typeface="Times New Roman" panose="02020603050405020304" pitchFamily="18" charset="0"/>
              </a:rPr>
              <a:t>	Introduction </a:t>
            </a:r>
            <a:r>
              <a:rPr lang="en-US" altLang="en-US" sz="2800" b="0" dirty="0">
                <a:latin typeface="Times New Roman" panose="02020603050405020304" pitchFamily="18" charset="0"/>
                <a:ea typeface="Gulim" panose="020B0600000101010101" pitchFamily="34" charset="-127"/>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Requirements of the project </a:t>
            </a:r>
            <a:endParaRPr lang="en-US" altLang="ko-KR" sz="2800" dirty="0">
              <a:latin typeface="Times New Roman" panose="02020603050405020304" pitchFamily="18" charset="0"/>
              <a:ea typeface="Gulim" panose="020B0600000101010101" pitchFamily="34" charset="-127"/>
              <a:cs typeface="Times New Roman" panose="02020603050405020304" pitchFamily="18" charset="0"/>
            </a:endParaRPr>
          </a:p>
        </p:txBody>
      </p:sp>
      <p:sp>
        <p:nvSpPr>
          <p:cNvPr id="6" name="TextBox 5"/>
          <p:cNvSpPr txBox="1"/>
          <p:nvPr/>
        </p:nvSpPr>
        <p:spPr>
          <a:xfrm>
            <a:off x="304800" y="1600200"/>
            <a:ext cx="8808244" cy="3261342"/>
          </a:xfrm>
          <a:prstGeom prst="rect">
            <a:avLst/>
          </a:prstGeom>
          <a:noFill/>
        </p:spPr>
        <p:txBody>
          <a:bodyPr wrap="square">
            <a:spAutoFit/>
          </a:bodyPr>
          <a:lstStyle/>
          <a:p>
            <a:pPr marL="457200" indent="-457200">
              <a:buFontTx/>
              <a:buChar char="-"/>
            </a:pPr>
            <a:r>
              <a:rPr lang="en-US" sz="2600" b="1" dirty="0">
                <a:latin typeface="Times New Roman" panose="02020603050405020304" pitchFamily="18" charset="0"/>
                <a:cs typeface="Times New Roman" panose="02020603050405020304" pitchFamily="18" charset="0"/>
              </a:rPr>
              <a:t>Compatibility</a:t>
            </a:r>
            <a:r>
              <a:rPr lang="en-US" sz="2600" dirty="0">
                <a:latin typeface="Times New Roman" panose="02020603050405020304" pitchFamily="18" charset="0"/>
                <a:cs typeface="Times New Roman" panose="02020603050405020304" pitchFamily="18" charset="0"/>
              </a:rPr>
              <a:t> </a:t>
            </a:r>
          </a:p>
          <a:p>
            <a:pPr marL="914400" lvl="1" indent="-457200">
              <a:buFontTx/>
              <a:buChar char="-"/>
            </a:pPr>
            <a:r>
              <a:rPr lang="en-US" sz="2600" dirty="0">
                <a:latin typeface="Times New Roman" panose="02020603050405020304" pitchFamily="18" charset="0"/>
                <a:cs typeface="Times New Roman" panose="02020603050405020304" pitchFamily="18" charset="0"/>
              </a:rPr>
              <a:t>Cross-browser support (Chrome, Firefox, Safari, Edge)</a:t>
            </a:r>
          </a:p>
          <a:p>
            <a:pPr marL="914400" lvl="1" indent="-457200">
              <a:buFontTx/>
              <a:buChar char="-"/>
            </a:pPr>
            <a:r>
              <a:rPr lang="en-US" sz="2600" dirty="0">
                <a:latin typeface="Times New Roman" panose="02020603050405020304" pitchFamily="18" charset="0"/>
                <a:cs typeface="Times New Roman" panose="02020603050405020304" pitchFamily="18" charset="0"/>
              </a:rPr>
              <a:t>Mobile-responsive design for smartphones and tablets</a:t>
            </a:r>
          </a:p>
          <a:p>
            <a:pPr marL="914400" lvl="1" indent="-457200">
              <a:buFontTx/>
              <a:buChar char="-"/>
            </a:pPr>
            <a:r>
              <a:rPr lang="en-US" sz="2600" dirty="0">
                <a:latin typeface="Times New Roman" panose="02020603050405020304" pitchFamily="18" charset="0"/>
                <a:cs typeface="Times New Roman" panose="02020603050405020304" pitchFamily="18" charset="0"/>
              </a:rPr>
              <a:t>Multiple operating system compatibility</a:t>
            </a:r>
          </a:p>
          <a:p>
            <a:pPr marL="457200" indent="-457200">
              <a:buFontTx/>
              <a:buChar char="-"/>
            </a:pPr>
            <a:r>
              <a:rPr lang="en-US" sz="2600" b="1" dirty="0">
                <a:latin typeface="Times New Roman" panose="02020603050405020304" pitchFamily="18" charset="0"/>
                <a:cs typeface="Times New Roman" panose="02020603050405020304" pitchFamily="18" charset="0"/>
              </a:rPr>
              <a:t>Security and Safety </a:t>
            </a:r>
          </a:p>
          <a:p>
            <a:pPr marL="914400" lvl="1" indent="-457200">
              <a:buFontTx/>
              <a:buChar char="-"/>
            </a:pPr>
            <a:r>
              <a:rPr lang="en-US" sz="2600" dirty="0">
                <a:latin typeface="Times New Roman" panose="02020603050405020304" pitchFamily="18" charset="0"/>
                <a:cs typeface="Times New Roman" panose="02020603050405020304" pitchFamily="18" charset="0"/>
              </a:rPr>
              <a:t>Secure user authentication and data protection</a:t>
            </a:r>
          </a:p>
          <a:p>
            <a:pPr marL="914400" lvl="1" indent="-457200">
              <a:buFontTx/>
              <a:buChar char="-"/>
            </a:pPr>
            <a:r>
              <a:rPr lang="en-US" sz="2600" dirty="0">
                <a:latin typeface="Times New Roman" panose="02020603050405020304" pitchFamily="18" charset="0"/>
                <a:cs typeface="Times New Roman" panose="02020603050405020304" pitchFamily="18" charset="0"/>
              </a:rPr>
              <a:t>Anti-cheat systems for online examinations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p:txBody>
          <a:bodyPr/>
          <a:lstStyle/>
          <a:p>
            <a:pPr>
              <a:defRPr/>
            </a:pPr>
            <a:fld id="{0B7F2F63-BF3E-4C0C-A868-2C657446BA07}" type="slidenum">
              <a:rPr lang="en-US" smtClean="0"/>
              <a:t>10</a:t>
            </a:fld>
            <a:endParaRPr lang="en-US" dirty="0"/>
          </a:p>
        </p:txBody>
      </p:sp>
      <p:sp>
        <p:nvSpPr>
          <p:cNvPr id="8" name="Title 1"/>
          <p:cNvSpPr>
            <a:spLocks noGrp="1"/>
          </p:cNvSpPr>
          <p:nvPr>
            <p:ph type="title"/>
          </p:nvPr>
        </p:nvSpPr>
        <p:spPr>
          <a:xfrm>
            <a:off x="304800" y="76200"/>
            <a:ext cx="8610600" cy="609600"/>
          </a:xfrm>
        </p:spPr>
        <p:txBody>
          <a:bodyPr/>
          <a:lstStyle/>
          <a:p>
            <a:pPr lvl="1" algn="ctr"/>
            <a:r>
              <a:rPr lang="en-US" altLang="en-US" sz="2800" dirty="0">
                <a:latin typeface="Times New Roman" panose="02020603050405020304" pitchFamily="18" charset="0"/>
                <a:ea typeface="Gulim" panose="020B0600000101010101" pitchFamily="34" charset="-127"/>
                <a:cs typeface="Times New Roman" panose="02020603050405020304" pitchFamily="18" charset="0"/>
              </a:rPr>
              <a:t>    	 Introduction </a:t>
            </a:r>
            <a:r>
              <a:rPr lang="en-US" altLang="en-US" sz="2800" b="0" dirty="0">
                <a:latin typeface="Times New Roman" panose="02020603050405020304" pitchFamily="18" charset="0"/>
                <a:ea typeface="Gulim" panose="020B0600000101010101" pitchFamily="34" charset="-127"/>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D</a:t>
            </a:r>
            <a:r>
              <a:rPr lang="vi-VN" sz="2800" dirty="0">
                <a:latin typeface="Times New Roman" panose="02020603050405020304" pitchFamily="18" charset="0"/>
                <a:cs typeface="Times New Roman" panose="02020603050405020304" pitchFamily="18" charset="0"/>
              </a:rPr>
              <a:t>eployment </a:t>
            </a:r>
            <a:r>
              <a:rPr lang="en-US" sz="2800" dirty="0">
                <a:latin typeface="Times New Roman" panose="02020603050405020304" pitchFamily="18" charset="0"/>
                <a:cs typeface="Times New Roman" panose="02020603050405020304" pitchFamily="18" charset="0"/>
              </a:rPr>
              <a:t>d</a:t>
            </a:r>
            <a:r>
              <a:rPr lang="vi-VN" sz="2800" dirty="0">
                <a:latin typeface="Times New Roman" panose="02020603050405020304" pitchFamily="18" charset="0"/>
                <a:cs typeface="Times New Roman" panose="02020603050405020304" pitchFamily="18" charset="0"/>
              </a:rPr>
              <a:t>iagram</a:t>
            </a:r>
            <a:r>
              <a:rPr lang="en-US" sz="2800" dirty="0">
                <a:latin typeface="Times New Roman" panose="02020603050405020304" pitchFamily="18" charset="0"/>
                <a:cs typeface="Times New Roman" panose="02020603050405020304" pitchFamily="18" charset="0"/>
              </a:rPr>
              <a:t> </a:t>
            </a:r>
            <a:endParaRPr lang="en-US" altLang="en-US" sz="2800" dirty="0">
              <a:latin typeface="Times New Roman" panose="02020603050405020304" pitchFamily="18" charset="0"/>
              <a:ea typeface="Gulim" panose="020B0600000101010101" pitchFamily="34" charset="-127"/>
              <a:cs typeface="Times New Roman" panose="02020603050405020304" pitchFamily="18" charset="0"/>
            </a:endParaRPr>
          </a:p>
        </p:txBody>
      </p:sp>
      <p:pic>
        <p:nvPicPr>
          <p:cNvPr id="3" name="Picture 2" descr="A diagram of a computer system&#10;&#10;AI-generated content may be incorrect.">
            <a:extLst>
              <a:ext uri="{FF2B5EF4-FFF2-40B4-BE49-F238E27FC236}">
                <a16:creationId xmlns:a16="http://schemas.microsoft.com/office/drawing/2014/main" id="{EF5A2F6C-F492-4FC6-043A-17A36377FD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00" y="1600200"/>
            <a:ext cx="8305800" cy="38760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p:txBody>
          <a:bodyPr/>
          <a:lstStyle/>
          <a:p>
            <a:pPr>
              <a:defRPr/>
            </a:pPr>
            <a:fld id="{0B7F2F63-BF3E-4C0C-A868-2C657446BA07}" type="slidenum">
              <a:rPr lang="en-US" smtClean="0"/>
              <a:t>11</a:t>
            </a:fld>
            <a:endParaRPr lang="en-US" dirty="0"/>
          </a:p>
        </p:txBody>
      </p:sp>
      <p:sp>
        <p:nvSpPr>
          <p:cNvPr id="8" name="Title 1"/>
          <p:cNvSpPr>
            <a:spLocks noGrp="1"/>
          </p:cNvSpPr>
          <p:nvPr>
            <p:ph type="title"/>
          </p:nvPr>
        </p:nvSpPr>
        <p:spPr>
          <a:xfrm>
            <a:off x="304800" y="76200"/>
            <a:ext cx="8610600" cy="609600"/>
          </a:xfrm>
        </p:spPr>
        <p:txBody>
          <a:bodyPr/>
          <a:lstStyle/>
          <a:p>
            <a:pPr lvl="1" algn="ctr"/>
            <a:r>
              <a:rPr lang="en-US" altLang="en-US" sz="2800" dirty="0">
                <a:latin typeface="Times New Roman" panose="02020603050405020304" pitchFamily="18" charset="0"/>
                <a:ea typeface="Gulim" panose="020B0600000101010101" pitchFamily="34" charset="-127"/>
                <a:cs typeface="Times New Roman" panose="02020603050405020304" pitchFamily="18" charset="0"/>
              </a:rPr>
              <a:t>    	</a:t>
            </a:r>
            <a:r>
              <a:rPr lang="en-US" altLang="ko-KR" sz="2800">
                <a:latin typeface="Times New Roman" panose="02020603050405020304" pitchFamily="18" charset="0"/>
                <a:ea typeface="Gulim" panose="020B0600000101010101" pitchFamily="34" charset="-127"/>
                <a:cs typeface="Times New Roman" panose="02020603050405020304" pitchFamily="18" charset="0"/>
              </a:rPr>
              <a:t>Test Result</a:t>
            </a:r>
            <a:endParaRPr lang="en-US" altLang="en-US" sz="2800" dirty="0">
              <a:latin typeface="Times New Roman" panose="02020603050405020304" pitchFamily="18" charset="0"/>
              <a:ea typeface="Gulim" panose="020B0600000101010101" pitchFamily="34" charset="-127"/>
              <a:cs typeface="Times New Roman" panose="02020603050405020304" pitchFamily="18" charset="0"/>
            </a:endParaRPr>
          </a:p>
        </p:txBody>
      </p:sp>
      <p:sp>
        <p:nvSpPr>
          <p:cNvPr id="2" name="Content Placeholder 3"/>
          <p:cNvSpPr>
            <a:spLocks noGrp="1"/>
          </p:cNvSpPr>
          <p:nvPr>
            <p:ph idx="1"/>
          </p:nvPr>
        </p:nvSpPr>
        <p:spPr>
          <a:xfrm>
            <a:off x="304800" y="914400"/>
            <a:ext cx="8610600" cy="5257800"/>
          </a:xfrm>
        </p:spPr>
        <p:txBody>
          <a:bodyPr/>
          <a:lstStyle/>
          <a:p>
            <a:pPr marL="0" indent="0">
              <a:buNone/>
            </a:pPr>
            <a:r>
              <a:rPr lang="vi-VN" sz="2600" dirty="0">
                <a:latin typeface="Times New Roman" panose="02020603050405020304" pitchFamily="18" charset="0"/>
                <a:cs typeface="Times New Roman" panose="02020603050405020304" pitchFamily="18" charset="0"/>
              </a:rPr>
              <a:t>1. </a:t>
            </a:r>
            <a:r>
              <a:rPr lang="en-US" sz="2600" dirty="0">
                <a:latin typeface="Times New Roman" panose="02020603050405020304" pitchFamily="18" charset="0"/>
                <a:cs typeface="Times New Roman" panose="02020603050405020304" pitchFamily="18" charset="0"/>
              </a:rPr>
              <a:t>Student Profile Management				OK</a:t>
            </a:r>
          </a:p>
          <a:p>
            <a:pPr marL="0" indent="0">
              <a:buNone/>
            </a:pPr>
            <a:r>
              <a:rPr lang="en-US" sz="2600" dirty="0">
                <a:latin typeface="Times New Roman" panose="02020603050405020304" pitchFamily="18" charset="0"/>
                <a:cs typeface="Times New Roman" panose="02020603050405020304" pitchFamily="18" charset="0"/>
              </a:rPr>
              <a:t>2. Teacher and Admin Management			OK</a:t>
            </a:r>
          </a:p>
          <a:p>
            <a:pPr marL="0" indent="0">
              <a:buNone/>
            </a:pPr>
            <a:r>
              <a:rPr lang="en-US" sz="2600" dirty="0">
                <a:latin typeface="Times New Roman" panose="02020603050405020304" pitchFamily="18" charset="0"/>
                <a:cs typeface="Times New Roman" panose="02020603050405020304" pitchFamily="18" charset="0"/>
              </a:rPr>
              <a:t>3. Course Enrollment and Management			OK</a:t>
            </a:r>
          </a:p>
          <a:p>
            <a:pPr marL="0" indent="0">
              <a:buNone/>
            </a:pPr>
            <a:r>
              <a:rPr lang="en-US" sz="2600" dirty="0">
                <a:latin typeface="Times New Roman" panose="02020603050405020304" pitchFamily="18" charset="0"/>
                <a:cs typeface="Times New Roman" panose="02020603050405020304" pitchFamily="18" charset="0"/>
              </a:rPr>
              <a:t>4. Course Content and Lesson Management		OK</a:t>
            </a:r>
          </a:p>
          <a:p>
            <a:pPr marL="0" indent="0">
              <a:buNone/>
            </a:pPr>
            <a:r>
              <a:rPr lang="en-US" sz="2600" dirty="0">
                <a:latin typeface="Times New Roman" panose="02020603050405020304" pitchFamily="18" charset="0"/>
                <a:cs typeface="Times New Roman" panose="02020603050405020304" pitchFamily="18" charset="0"/>
              </a:rPr>
              <a:t>5. Invoice and Payment Management			OK</a:t>
            </a:r>
          </a:p>
          <a:p>
            <a:pPr marL="0" indent="0">
              <a:buNone/>
            </a:pPr>
            <a:r>
              <a:rPr lang="en-US" sz="2600" dirty="0">
                <a:latin typeface="Times New Roman" panose="02020603050405020304" pitchFamily="18" charset="0"/>
                <a:cs typeface="Times New Roman" panose="02020603050405020304" pitchFamily="18" charset="0"/>
              </a:rPr>
              <a:t>6. Search and Filter Functionality				OK</a:t>
            </a:r>
          </a:p>
          <a:p>
            <a:pPr marL="0" indent="0">
              <a:buNone/>
            </a:pPr>
            <a:r>
              <a:rPr lang="en-US" sz="2600" dirty="0">
                <a:latin typeface="Times New Roman" panose="02020603050405020304" pitchFamily="18" charset="0"/>
                <a:cs typeface="Times New Roman" panose="02020603050405020304" pitchFamily="18" charset="0"/>
              </a:rPr>
              <a:t>7. Exam and Assessment Management			OK</a:t>
            </a:r>
          </a:p>
          <a:p>
            <a:pPr marL="0" indent="0">
              <a:buNone/>
            </a:pPr>
            <a:r>
              <a:rPr lang="en-US" sz="2600" dirty="0">
                <a:latin typeface="Times New Roman" panose="02020603050405020304" pitchFamily="18" charset="0"/>
                <a:cs typeface="Times New Roman" panose="02020603050405020304" pitchFamily="18" charset="0"/>
              </a:rPr>
              <a:t>8. Authentication and Access Control			OK</a:t>
            </a:r>
          </a:p>
          <a:p>
            <a:pPr marL="0" indent="0">
              <a:buNone/>
            </a:pPr>
            <a:r>
              <a:rPr lang="en-US" sz="2600" dirty="0">
                <a:latin typeface="Times New Roman" panose="02020603050405020304" pitchFamily="18" charset="0"/>
                <a:cs typeface="Times New Roman" panose="02020603050405020304" pitchFamily="18" charset="0"/>
              </a:rPr>
              <a:t>9. Progress Tracking and Analytics 			OK</a:t>
            </a:r>
          </a:p>
          <a:p>
            <a:pPr marL="0" indent="0">
              <a:buNone/>
            </a:pPr>
            <a:r>
              <a:rPr lang="en-US" sz="2600" dirty="0">
                <a:latin typeface="Times New Roman" panose="02020603050405020304" pitchFamily="18" charset="0"/>
                <a:cs typeface="Times New Roman" panose="02020603050405020304" pitchFamily="18" charset="0"/>
              </a:rPr>
              <a:t>10. Invoice and Payment Details Management		OK</a:t>
            </a:r>
          </a:p>
          <a:p>
            <a:pPr marL="0" indent="0">
              <a:buNone/>
            </a:pPr>
            <a:r>
              <a:rPr lang="en-US" sz="2600" dirty="0">
                <a:latin typeface="Times New Roman" panose="02020603050405020304" pitchFamily="18" charset="0"/>
                <a:cs typeface="Times New Roman" panose="02020603050405020304" pitchFamily="18" charset="0"/>
              </a:rPr>
              <a:t>11. AI Assistant and Support System			OK</a:t>
            </a:r>
          </a:p>
          <a:p>
            <a:endParaRPr lang="en-US" sz="2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p:txBody>
          <a:bodyPr/>
          <a:lstStyle/>
          <a:p>
            <a:pPr>
              <a:defRPr/>
            </a:pPr>
            <a:fld id="{0B7F2F63-BF3E-4C0C-A868-2C657446BA07}" type="slidenum">
              <a:rPr lang="en-US" smtClean="0"/>
              <a:t>12</a:t>
            </a:fld>
            <a:endParaRPr lang="en-US" dirty="0"/>
          </a:p>
        </p:txBody>
      </p:sp>
      <p:sp>
        <p:nvSpPr>
          <p:cNvPr id="4" name="Content Placeholder 3"/>
          <p:cNvSpPr>
            <a:spLocks noGrp="1"/>
          </p:cNvSpPr>
          <p:nvPr>
            <p:ph idx="1"/>
          </p:nvPr>
        </p:nvSpPr>
        <p:spPr>
          <a:xfrm>
            <a:off x="304800" y="1752600"/>
            <a:ext cx="8610600" cy="4114800"/>
          </a:xfrm>
        </p:spPr>
        <p:txBody>
          <a:bodyPr/>
          <a:lstStyle/>
          <a:p>
            <a:pPr marL="0" indent="0">
              <a:buNone/>
            </a:pPr>
            <a:r>
              <a:rPr lang="en-US" sz="2600" b="1" dirty="0">
                <a:latin typeface="Times New Roman" panose="02020603050405020304" pitchFamily="18" charset="0"/>
                <a:cs typeface="Times New Roman" panose="02020603050405020304" pitchFamily="18" charset="0"/>
              </a:rPr>
              <a:t>The </a:t>
            </a:r>
            <a:r>
              <a:rPr lang="en-US" sz="2600" b="1" dirty="0" err="1">
                <a:latin typeface="Times New Roman" panose="02020603050405020304" pitchFamily="18" charset="0"/>
                <a:cs typeface="Times New Roman" panose="02020603050405020304" pitchFamily="18" charset="0"/>
              </a:rPr>
              <a:t>Maplearn</a:t>
            </a:r>
            <a:r>
              <a:rPr lang="en-US" sz="2600" b="1" dirty="0">
                <a:latin typeface="Times New Roman" panose="02020603050405020304" pitchFamily="18" charset="0"/>
                <a:cs typeface="Times New Roman" panose="02020603050405020304" pitchFamily="18" charset="0"/>
              </a:rPr>
              <a:t> Edu platform will help users automate online learning processes, making education more accessible and efficient for students, teachers, and administrators. This system streamlines course management, student enrollment, progress tracking, and payment processing while providing AI-powered assistance and secure exam delivery. By integrating modern technologies and intuitive interfaces, </a:t>
            </a:r>
            <a:r>
              <a:rPr lang="en-US" sz="2600" b="1" dirty="0" err="1">
                <a:latin typeface="Times New Roman" panose="02020603050405020304" pitchFamily="18" charset="0"/>
                <a:cs typeface="Times New Roman" panose="02020603050405020304" pitchFamily="18" charset="0"/>
              </a:rPr>
              <a:t>Maplearn</a:t>
            </a:r>
            <a:r>
              <a:rPr lang="en-US" sz="2600" b="1" dirty="0">
                <a:latin typeface="Times New Roman" panose="02020603050405020304" pitchFamily="18" charset="0"/>
                <a:cs typeface="Times New Roman" panose="02020603050405020304" pitchFamily="18" charset="0"/>
              </a:rPr>
              <a:t> Edu creates a comprehensive solution that enhances the digital learning experience for all users.</a:t>
            </a:r>
            <a:br>
              <a:rPr lang="en-US" sz="2600"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p:txBody>
      </p:sp>
      <p:sp>
        <p:nvSpPr>
          <p:cNvPr id="8" name="Title 1"/>
          <p:cNvSpPr>
            <a:spLocks noGrp="1"/>
          </p:cNvSpPr>
          <p:nvPr>
            <p:ph type="title"/>
          </p:nvPr>
        </p:nvSpPr>
        <p:spPr>
          <a:xfrm>
            <a:off x="304800" y="76200"/>
            <a:ext cx="8610600" cy="609600"/>
          </a:xfrm>
        </p:spPr>
        <p:txBody>
          <a:bodyPr/>
          <a:lstStyle/>
          <a:p>
            <a:pPr algn="ctr"/>
            <a:r>
              <a:rPr lang="en-US" altLang="en-US" sz="2800" dirty="0">
                <a:latin typeface="Times New Roman" panose="02020603050405020304" pitchFamily="18" charset="0"/>
                <a:ea typeface="Gulim" panose="020B0600000101010101" pitchFamily="34" charset="-127"/>
                <a:cs typeface="Times New Roman" panose="02020603050405020304" pitchFamily="18" charset="0"/>
              </a:rPr>
              <a:t>    	</a:t>
            </a:r>
            <a:r>
              <a:rPr lang="en-US" altLang="ko-KR" dirty="0">
                <a:latin typeface="Times New Roman" panose="02020603050405020304" pitchFamily="18" charset="0"/>
                <a:ea typeface="Gulim" panose="020B0600000101010101" pitchFamily="34" charset="-127"/>
                <a:cs typeface="Times New Roman" panose="02020603050405020304" pitchFamily="18" charset="0"/>
              </a:rPr>
              <a:t>Conclusion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p:txBody>
          <a:bodyPr/>
          <a:lstStyle/>
          <a:p>
            <a:pPr>
              <a:defRPr/>
            </a:pPr>
            <a:fld id="{0B7F2F63-BF3E-4C0C-A868-2C657446BA07}" type="slidenum">
              <a:rPr lang="en-US" smtClean="0"/>
              <a:t>13</a:t>
            </a:fld>
            <a:endParaRPr lang="en-US" dirty="0"/>
          </a:p>
        </p:txBody>
      </p:sp>
      <p:sp>
        <p:nvSpPr>
          <p:cNvPr id="4" name="Content Placeholder 3"/>
          <p:cNvSpPr>
            <a:spLocks noGrp="1"/>
          </p:cNvSpPr>
          <p:nvPr>
            <p:ph idx="1"/>
          </p:nvPr>
        </p:nvSpPr>
        <p:spPr>
          <a:xfrm>
            <a:off x="271670" y="2119512"/>
            <a:ext cx="4452730" cy="2909688"/>
          </a:xfrm>
        </p:spPr>
        <p:txBody>
          <a:bodyPr/>
          <a:lstStyle/>
          <a:p>
            <a:r>
              <a:rPr lang="en-US" sz="2600" b="1" dirty="0">
                <a:latin typeface="Times New Roman" panose="02020603050405020304" pitchFamily="18" charset="0"/>
                <a:cs typeface="Times New Roman" panose="02020603050405020304" pitchFamily="18" charset="0"/>
              </a:rPr>
              <a:t>HTML/CSS</a:t>
            </a:r>
          </a:p>
          <a:p>
            <a:r>
              <a:rPr lang="en-US" sz="2600" b="1" dirty="0">
                <a:latin typeface="Times New Roman" panose="02020603050405020304" pitchFamily="18" charset="0"/>
                <a:cs typeface="Times New Roman" panose="02020603050405020304" pitchFamily="18" charset="0"/>
              </a:rPr>
              <a:t>Tailwind CSS</a:t>
            </a:r>
          </a:p>
          <a:p>
            <a:r>
              <a:rPr lang="en-US" sz="2600" b="1" dirty="0">
                <a:latin typeface="Times New Roman" panose="02020603050405020304" pitchFamily="18" charset="0"/>
                <a:cs typeface="Times New Roman" panose="02020603050405020304" pitchFamily="18" charset="0"/>
              </a:rPr>
              <a:t>Next.js (React Framework)</a:t>
            </a:r>
          </a:p>
          <a:p>
            <a:r>
              <a:rPr lang="en-US" sz="2600" b="1">
                <a:latin typeface="Times New Roman" panose="02020603050405020304" pitchFamily="18" charset="0"/>
                <a:cs typeface="Times New Roman" panose="02020603050405020304" pitchFamily="18" charset="0"/>
              </a:rPr>
              <a:t>TypeScript</a:t>
            </a:r>
            <a:endParaRPr lang="en-US" sz="2600" dirty="0"/>
          </a:p>
        </p:txBody>
      </p:sp>
      <p:sp>
        <p:nvSpPr>
          <p:cNvPr id="8" name="Title 1"/>
          <p:cNvSpPr>
            <a:spLocks noGrp="1"/>
          </p:cNvSpPr>
          <p:nvPr>
            <p:ph type="title"/>
          </p:nvPr>
        </p:nvSpPr>
        <p:spPr>
          <a:xfrm>
            <a:off x="304800" y="76200"/>
            <a:ext cx="8610600" cy="609600"/>
          </a:xfrm>
        </p:spPr>
        <p:txBody>
          <a:bodyPr/>
          <a:lstStyle/>
          <a:p>
            <a:pPr lvl="1" algn="ctr"/>
            <a:r>
              <a:rPr lang="en-US" altLang="en-US" sz="2800" dirty="0">
                <a:latin typeface="Times New Roman" panose="02020603050405020304" pitchFamily="18" charset="0"/>
                <a:ea typeface="Gulim" panose="020B0600000101010101" pitchFamily="34" charset="-127"/>
                <a:cs typeface="Times New Roman" panose="02020603050405020304" pitchFamily="18" charset="0"/>
              </a:rPr>
              <a:t>    	</a:t>
            </a:r>
            <a:r>
              <a:rPr lang="en-US" altLang="ko-KR" sz="3200" dirty="0">
                <a:latin typeface="Times New Roman" panose="02020603050405020304" pitchFamily="18" charset="0"/>
                <a:ea typeface="Gulim" panose="020B0600000101010101" pitchFamily="34" charset="-127"/>
                <a:cs typeface="Times New Roman" panose="02020603050405020304" pitchFamily="18" charset="0"/>
              </a:rPr>
              <a:t> </a:t>
            </a:r>
            <a:r>
              <a:rPr lang="en-US" altLang="ko-KR" sz="2800" dirty="0">
                <a:latin typeface="Times New Roman" panose="02020603050405020304" pitchFamily="18" charset="0"/>
                <a:ea typeface="Gulim" panose="020B0600000101010101" pitchFamily="34" charset="-127"/>
                <a:cs typeface="Times New Roman" panose="02020603050405020304" pitchFamily="18" charset="0"/>
              </a:rPr>
              <a:t>Development</a:t>
            </a:r>
            <a:endParaRPr lang="en-US" altLang="en-US" sz="2800" dirty="0">
              <a:latin typeface="Times New Roman" panose="02020603050405020304" pitchFamily="18" charset="0"/>
              <a:ea typeface="Gulim" panose="020B0600000101010101" pitchFamily="34" charset="-127"/>
              <a:cs typeface="Times New Roman" panose="02020603050405020304" pitchFamily="18" charset="0"/>
            </a:endParaRPr>
          </a:p>
        </p:txBody>
      </p:sp>
      <p:sp>
        <p:nvSpPr>
          <p:cNvPr id="2" name="Content Placeholder 3"/>
          <p:cNvSpPr txBox="1"/>
          <p:nvPr/>
        </p:nvSpPr>
        <p:spPr bwMode="auto">
          <a:xfrm>
            <a:off x="4951861" y="2119512"/>
            <a:ext cx="4114800" cy="2130288"/>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chemeClr val="accent4">
                  <a:lumMod val="50000"/>
                </a:schemeClr>
              </a:buClr>
              <a:buSzPct val="50000"/>
              <a:buFont typeface="Wingdings" panose="05000000000000000000" pitchFamily="2" charset="2"/>
              <a:buChar char="u"/>
              <a:defRPr sz="2400" kern="1200">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lr>
                <a:schemeClr val="accent4">
                  <a:lumMod val="50000"/>
                </a:schemeClr>
              </a:buClr>
              <a:buSzPct val="50000"/>
              <a:buFont typeface="Wingdings 2" panose="05020102010507070707" pitchFamily="18" charset="2"/>
              <a:buChar char="²"/>
              <a:defRPr sz="2200" kern="1200">
                <a:solidFill>
                  <a:schemeClr val="tx1"/>
                </a:solidFill>
                <a:latin typeface="Calibri" panose="020F0502020204030204" pitchFamily="34" charset="0"/>
                <a:ea typeface="+mn-ea"/>
                <a:cs typeface="+mn-cs"/>
              </a:defRPr>
            </a:lvl2pPr>
            <a:lvl3pPr marL="1143000" indent="-228600" algn="l" rtl="0" eaLnBrk="1" fontAlgn="base" hangingPunct="1">
              <a:spcBef>
                <a:spcPct val="20000"/>
              </a:spcBef>
              <a:spcAft>
                <a:spcPct val="0"/>
              </a:spcAft>
              <a:buClr>
                <a:schemeClr val="tx2"/>
              </a:buClr>
              <a:buSzPct val="40000"/>
              <a:buFont typeface="Wingdings 2" panose="05020102010507070707" pitchFamily="18" charset="2"/>
              <a:buChar char="³"/>
              <a:defRPr sz="2000" kern="1200">
                <a:solidFill>
                  <a:schemeClr val="tx1"/>
                </a:solidFill>
                <a:latin typeface="Calibri" panose="020F0502020204030204" pitchFamily="34" charset="0"/>
                <a:ea typeface="+mn-ea"/>
                <a:cs typeface="+mn-cs"/>
              </a:defRPr>
            </a:lvl3pPr>
            <a:lvl4pPr marL="1600200" indent="-228600" algn="l" rtl="0" eaLnBrk="1" fontAlgn="base" hangingPunct="1">
              <a:spcBef>
                <a:spcPct val="20000"/>
              </a:spcBef>
              <a:spcAft>
                <a:spcPct val="0"/>
              </a:spcAft>
              <a:buClr>
                <a:schemeClr val="tx2"/>
              </a:buClr>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rtl="0" eaLnBrk="1" fontAlgn="base" hangingPunct="1">
              <a:spcBef>
                <a:spcPct val="20000"/>
              </a:spcBef>
              <a:spcAft>
                <a:spcPct val="0"/>
              </a:spcAft>
              <a:buClr>
                <a:schemeClr val="tx2"/>
              </a:buClr>
              <a:buFont typeface="Arial" panose="020B0604020202020204" pitchFamily="34" charset="0"/>
              <a:buChar char="»"/>
              <a:defRPr sz="1600" kern="1200">
                <a:solidFill>
                  <a:schemeClr val="tx1"/>
                </a:solidFill>
                <a:latin typeface="Arial" panose="020B0604020202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00000"/>
              </a:lnSpc>
            </a:pPr>
            <a:r>
              <a:rPr lang="en-US" sz="2600" b="1" dirty="0">
                <a:latin typeface="Times New Roman" panose="02020603050405020304" pitchFamily="18" charset="0"/>
                <a:cs typeface="Times New Roman" panose="02020603050405020304" pitchFamily="18" charset="0"/>
              </a:rPr>
              <a:t>PHP</a:t>
            </a:r>
          </a:p>
          <a:p>
            <a:pPr>
              <a:lnSpc>
                <a:spcPct val="100000"/>
              </a:lnSpc>
            </a:pPr>
            <a:r>
              <a:rPr lang="en-US" sz="2600" b="1" dirty="0">
                <a:latin typeface="Times New Roman" panose="02020603050405020304" pitchFamily="18" charset="0"/>
                <a:cs typeface="Times New Roman" panose="02020603050405020304" pitchFamily="18" charset="0"/>
              </a:rPr>
              <a:t>Laravel Framework</a:t>
            </a:r>
          </a:p>
          <a:p>
            <a:pPr>
              <a:lnSpc>
                <a:spcPct val="100000"/>
              </a:lnSpc>
            </a:pPr>
            <a:r>
              <a:rPr lang="en-US" sz="2600" b="1">
                <a:latin typeface="Times New Roman" panose="02020603050405020304" pitchFamily="18" charset="0"/>
                <a:cs typeface="Times New Roman" panose="02020603050405020304" pitchFamily="18" charset="0"/>
              </a:rPr>
              <a:t>MySQL </a:t>
            </a:r>
            <a:r>
              <a:rPr lang="en-US" sz="2600" b="1" dirty="0">
                <a:latin typeface="Times New Roman" panose="02020603050405020304" pitchFamily="18" charset="0"/>
                <a:cs typeface="Times New Roman" panose="02020603050405020304" pitchFamily="18" charset="0"/>
              </a:rPr>
              <a:t>Database</a:t>
            </a:r>
          </a:p>
          <a:p>
            <a:pPr marL="0" indent="0">
              <a:lnSpc>
                <a:spcPct val="100000"/>
              </a:lnSpc>
              <a:buNone/>
            </a:pPr>
            <a:endParaRPr lang="en-US" b="1" dirty="0">
              <a:latin typeface="Times New Roman" panose="02020603050405020304" pitchFamily="18" charset="0"/>
              <a:cs typeface="Times New Roman" panose="02020603050405020304" pitchFamily="18" charset="0"/>
            </a:endParaRPr>
          </a:p>
          <a:p>
            <a:pPr>
              <a:lnSpc>
                <a:spcPct val="100000"/>
              </a:lnSpc>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p:txBody>
          <a:bodyPr/>
          <a:lstStyle/>
          <a:p>
            <a:pPr>
              <a:defRPr/>
            </a:pPr>
            <a:fld id="{0B7F2F63-BF3E-4C0C-A868-2C657446BA07}" type="slidenum">
              <a:rPr lang="en-US" smtClean="0"/>
              <a:t>14</a:t>
            </a:fld>
            <a:endParaRPr lang="en-US" dirty="0"/>
          </a:p>
        </p:txBody>
      </p:sp>
      <p:sp>
        <p:nvSpPr>
          <p:cNvPr id="8" name="Title 1"/>
          <p:cNvSpPr>
            <a:spLocks noGrp="1"/>
          </p:cNvSpPr>
          <p:nvPr>
            <p:ph type="title"/>
          </p:nvPr>
        </p:nvSpPr>
        <p:spPr>
          <a:xfrm>
            <a:off x="304800" y="76200"/>
            <a:ext cx="8610600" cy="609600"/>
          </a:xfrm>
        </p:spPr>
        <p:txBody>
          <a:bodyPr/>
          <a:lstStyle/>
          <a:p>
            <a:pPr lvl="1" algn="ctr"/>
            <a:r>
              <a:rPr lang="en-US" altLang="en-US" sz="2800" dirty="0">
                <a:latin typeface="Times New Roman" panose="02020603050405020304" pitchFamily="18" charset="0"/>
                <a:cs typeface="Times New Roman" panose="02020603050405020304" pitchFamily="18" charset="0"/>
              </a:rPr>
              <a:t>Task List</a:t>
            </a:r>
            <a:endParaRPr lang="en-US" altLang="en-US" sz="2800" dirty="0">
              <a:latin typeface="Times New Roman" panose="02020603050405020304" pitchFamily="18" charset="0"/>
              <a:ea typeface="Gulim" panose="020B0600000101010101" pitchFamily="34" charset="-127"/>
              <a:cs typeface="Times New Roman" panose="02020603050405020304" pitchFamily="18" charset="0"/>
            </a:endParaRPr>
          </a:p>
        </p:txBody>
      </p:sp>
      <p:graphicFrame>
        <p:nvGraphicFramePr>
          <p:cNvPr id="2" name="Table 1"/>
          <p:cNvGraphicFramePr>
            <a:graphicFrameLocks noGrp="1"/>
          </p:cNvGraphicFramePr>
          <p:nvPr>
            <p:custDataLst>
              <p:tags r:id="rId1"/>
            </p:custDataLst>
            <p:extLst>
              <p:ext uri="{D42A27DB-BD31-4B8C-83A1-F6EECF244321}">
                <p14:modId xmlns:p14="http://schemas.microsoft.com/office/powerpoint/2010/main" val="533778930"/>
              </p:ext>
            </p:extLst>
          </p:nvPr>
        </p:nvGraphicFramePr>
        <p:xfrm>
          <a:off x="635" y="790575"/>
          <a:ext cx="9143365" cy="5797550"/>
        </p:xfrm>
        <a:graphic>
          <a:graphicData uri="http://schemas.openxmlformats.org/drawingml/2006/table">
            <a:tbl>
              <a:tblPr firstRow="1" firstCol="1" bandRow="1">
                <a:tableStyleId>{5C22544A-7EE6-4342-B048-85BDC9FD1C3A}</a:tableStyleId>
              </a:tblPr>
              <a:tblGrid>
                <a:gridCol w="979170">
                  <a:extLst>
                    <a:ext uri="{9D8B030D-6E8A-4147-A177-3AD203B41FA5}">
                      <a16:colId xmlns:a16="http://schemas.microsoft.com/office/drawing/2014/main" val="20000"/>
                    </a:ext>
                  </a:extLst>
                </a:gridCol>
                <a:gridCol w="1741170">
                  <a:extLst>
                    <a:ext uri="{9D8B030D-6E8A-4147-A177-3AD203B41FA5}">
                      <a16:colId xmlns:a16="http://schemas.microsoft.com/office/drawing/2014/main" val="20001"/>
                    </a:ext>
                  </a:extLst>
                </a:gridCol>
                <a:gridCol w="1656715">
                  <a:extLst>
                    <a:ext uri="{9D8B030D-6E8A-4147-A177-3AD203B41FA5}">
                      <a16:colId xmlns:a16="http://schemas.microsoft.com/office/drawing/2014/main" val="20002"/>
                    </a:ext>
                  </a:extLst>
                </a:gridCol>
                <a:gridCol w="2648585">
                  <a:extLst>
                    <a:ext uri="{9D8B030D-6E8A-4147-A177-3AD203B41FA5}">
                      <a16:colId xmlns:a16="http://schemas.microsoft.com/office/drawing/2014/main" val="20003"/>
                    </a:ext>
                  </a:extLst>
                </a:gridCol>
                <a:gridCol w="2117725">
                  <a:extLst>
                    <a:ext uri="{9D8B030D-6E8A-4147-A177-3AD203B41FA5}">
                      <a16:colId xmlns:a16="http://schemas.microsoft.com/office/drawing/2014/main" val="20004"/>
                    </a:ext>
                  </a:extLst>
                </a:gridCol>
              </a:tblGrid>
              <a:tr h="358775">
                <a:tc>
                  <a:txBody>
                    <a:bodyPr/>
                    <a:lstStyle/>
                    <a:p>
                      <a:pPr marL="0" marR="0" algn="ctr">
                        <a:lnSpc>
                          <a:spcPct val="150000"/>
                        </a:lnSpc>
                        <a:spcBef>
                          <a:spcPts val="0"/>
                        </a:spcBef>
                        <a:spcAft>
                          <a:spcPts val="0"/>
                        </a:spcAft>
                      </a:pPr>
                      <a:r>
                        <a:rPr lang="en-US" sz="1400" dirty="0">
                          <a:solidFill>
                            <a:schemeClr val="tx1"/>
                          </a:solidFill>
                          <a:effectLst/>
                        </a:rPr>
                        <a:t>No</a:t>
                      </a:r>
                      <a:endParaRPr lang="en-US" sz="1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ctr">
                        <a:lnSpc>
                          <a:spcPct val="150000"/>
                        </a:lnSpc>
                        <a:spcBef>
                          <a:spcPts val="0"/>
                        </a:spcBef>
                        <a:spcAft>
                          <a:spcPts val="0"/>
                        </a:spcAft>
                      </a:pPr>
                      <a:r>
                        <a:rPr lang="en-US" sz="1400" dirty="0">
                          <a:solidFill>
                            <a:schemeClr val="tx1"/>
                          </a:solidFill>
                          <a:effectLst/>
                          <a:latin typeface="Times New Roman" panose="02020603050405020304" pitchFamily="18" charset="0"/>
                          <a:ea typeface="Times New Roman" panose="02020603050405020304" pitchFamily="18" charset="0"/>
                        </a:rPr>
                        <a:t>Member</a:t>
                      </a:r>
                    </a:p>
                  </a:txBody>
                  <a:tcPr marL="68580" marR="68580" marT="0" marB="0" anchor="ctr">
                    <a:solidFill>
                      <a:schemeClr val="accent1">
                        <a:lumMod val="60000"/>
                        <a:lumOff val="40000"/>
                      </a:schemeClr>
                    </a:solidFill>
                  </a:tcPr>
                </a:tc>
                <a:tc gridSpan="2">
                  <a:txBody>
                    <a:bodyPr/>
                    <a:lstStyle/>
                    <a:p>
                      <a:pPr marL="0" marR="0" algn="ctr">
                        <a:lnSpc>
                          <a:spcPct val="150000"/>
                        </a:lnSpc>
                        <a:spcBef>
                          <a:spcPts val="0"/>
                        </a:spcBef>
                        <a:spcAft>
                          <a:spcPts val="0"/>
                        </a:spcAft>
                      </a:pPr>
                      <a:r>
                        <a:rPr lang="en-US" sz="1400" dirty="0">
                          <a:solidFill>
                            <a:schemeClr val="tx1"/>
                          </a:solidFill>
                          <a:effectLst/>
                        </a:rPr>
                        <a:t>Contents</a:t>
                      </a:r>
                      <a:endParaRPr lang="en-US" sz="1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60000"/>
                        <a:lumOff val="40000"/>
                      </a:schemeClr>
                    </a:solidFill>
                  </a:tcPr>
                </a:tc>
                <a:tc hMerge="1">
                  <a:txBody>
                    <a:bodyPr/>
                    <a:lstStyle/>
                    <a:p>
                      <a:endParaRPr lang="en-US"/>
                    </a:p>
                  </a:txBody>
                  <a:tcPr/>
                </a:tc>
                <a:tc>
                  <a:txBody>
                    <a:bodyPr/>
                    <a:lstStyle/>
                    <a:p>
                      <a:pPr marL="0" marR="0" algn="ctr">
                        <a:lnSpc>
                          <a:spcPct val="150000"/>
                        </a:lnSpc>
                        <a:spcBef>
                          <a:spcPts val="0"/>
                        </a:spcBef>
                        <a:spcAft>
                          <a:spcPts val="0"/>
                        </a:spcAft>
                      </a:pPr>
                      <a:r>
                        <a:rPr lang="en-US" sz="1400" dirty="0">
                          <a:solidFill>
                            <a:schemeClr val="tx1"/>
                          </a:solidFill>
                          <a:effectLst/>
                        </a:rPr>
                        <a:t>Table Name</a:t>
                      </a:r>
                      <a:endParaRPr lang="en-US" sz="14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60000"/>
                        <a:lumOff val="40000"/>
                      </a:schemeClr>
                    </a:solidFill>
                  </a:tcPr>
                </a:tc>
                <a:extLst>
                  <a:ext uri="{0D108BD9-81ED-4DB2-BD59-A6C34878D82A}">
                    <a16:rowId xmlns:a16="http://schemas.microsoft.com/office/drawing/2014/main" val="10000"/>
                  </a:ext>
                </a:extLst>
              </a:tr>
              <a:tr h="616585">
                <a:tc>
                  <a:txBody>
                    <a:bodyPr/>
                    <a:lstStyle/>
                    <a:p>
                      <a:pPr marL="0" marR="0" algn="ctr">
                        <a:lnSpc>
                          <a:spcPct val="150000"/>
                        </a:lnSpc>
                        <a:spcBef>
                          <a:spcPts val="0"/>
                        </a:spcBef>
                        <a:spcAft>
                          <a:spcPts val="0"/>
                        </a:spcAft>
                      </a:pPr>
                      <a:r>
                        <a:rPr lang="en-US" sz="1400">
                          <a:effectLst/>
                          <a:latin typeface="Times New Roman" panose="02020603050405020304" pitchFamily="18" charset="0"/>
                          <a:ea typeface="Times New Roman" panose="02020603050405020304" pitchFamily="18" charset="0"/>
                        </a:rPr>
                        <a:t>1</a:t>
                      </a:r>
                    </a:p>
                  </a:txBody>
                  <a:tcPr marL="68580" marR="68580" marT="0" marB="0" anchor="ctr">
                    <a:solidFill>
                      <a:schemeClr val="accent1">
                        <a:lumMod val="60000"/>
                        <a:lumOff val="40000"/>
                      </a:schemeClr>
                    </a:solidFill>
                  </a:tcPr>
                </a:tc>
                <a:tc rowSpan="3">
                  <a:txBody>
                    <a:bodyPr/>
                    <a:lstStyle/>
                    <a:p>
                      <a:pPr marL="0" marR="0" algn="l">
                        <a:lnSpc>
                          <a:spcPct val="150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Phạm Hoàng Tuấn</a:t>
                      </a:r>
                    </a:p>
                  </a:txBody>
                  <a:tcPr marL="68580" marR="68580" marT="0" marB="0" anchor="ctr">
                    <a:solidFill>
                      <a:schemeClr val="accent1">
                        <a:lumMod val="60000"/>
                        <a:lumOff val="40000"/>
                      </a:schemeClr>
                    </a:solidFill>
                  </a:tcPr>
                </a:tc>
                <a:tc>
                  <a:txBody>
                    <a:bodyPr/>
                    <a:lstStyle/>
                    <a:p>
                      <a:pPr marL="0" marR="0" algn="ctr">
                        <a:lnSpc>
                          <a:spcPct val="150000"/>
                        </a:lnSpc>
                        <a:spcBef>
                          <a:spcPts val="0"/>
                        </a:spcBef>
                        <a:spcAft>
                          <a:spcPts val="0"/>
                        </a:spcAft>
                      </a:pPr>
                      <a:r>
                        <a:rPr lang="en-US" sz="1400">
                          <a:effectLst/>
                          <a:latin typeface="Times New Roman" panose="02020603050405020304" pitchFamily="18" charset="0"/>
                          <a:cs typeface="Times New Roman" panose="02020603050405020304" pitchFamily="18" charset="0"/>
                        </a:rPr>
                        <a:t>Admin</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l">
                        <a:lnSpc>
                          <a:spcPct val="150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Manager Course</a:t>
                      </a:r>
                    </a:p>
                  </a:txBody>
                  <a:tcPr marL="68580" marR="68580" marT="0" marB="0" anchor="ctr">
                    <a:solidFill>
                      <a:schemeClr val="accent1">
                        <a:lumMod val="60000"/>
                        <a:lumOff val="40000"/>
                      </a:schemeClr>
                    </a:solidFill>
                  </a:tcPr>
                </a:tc>
                <a:tc rowSpan="3">
                  <a:txBody>
                    <a:bodyPr/>
                    <a:lstStyle/>
                    <a:p>
                      <a:pPr marL="0" marR="0" algn="ctr">
                        <a:lnSpc>
                          <a:spcPct val="150000"/>
                        </a:lnSpc>
                        <a:spcBef>
                          <a:spcPts val="0"/>
                        </a:spcBef>
                        <a:spcAft>
                          <a:spcPts val="0"/>
                        </a:spcAft>
                      </a:pPr>
                      <a:r>
                        <a:rPr lang="en-US" sz="1400">
                          <a:latin typeface="Times New Roman" panose="02020603050405020304" pitchFamily="18" charset="0"/>
                          <a:cs typeface="Times New Roman" panose="02020603050405020304" pitchFamily="18" charset="0"/>
                        </a:rPr>
                        <a:t>courses</a:t>
                      </a:r>
                    </a:p>
                    <a:p>
                      <a:pPr marL="0" marR="0" algn="ctr">
                        <a:lnSpc>
                          <a:spcPct val="150000"/>
                        </a:lnSpc>
                        <a:spcBef>
                          <a:spcPts val="0"/>
                        </a:spcBef>
                        <a:spcAft>
                          <a:spcPts val="0"/>
                        </a:spcAft>
                      </a:pPr>
                      <a:r>
                        <a:rPr lang="en-US" sz="1400">
                          <a:latin typeface="Times New Roman" panose="02020603050405020304" pitchFamily="18" charset="0"/>
                          <a:cs typeface="Times New Roman" panose="02020603050405020304" pitchFamily="18" charset="0"/>
                        </a:rPr>
                        <a:t>course_chapters</a:t>
                      </a:r>
                    </a:p>
                    <a:p>
                      <a:pPr marL="0" marR="0" algn="ctr">
                        <a:lnSpc>
                          <a:spcPct val="150000"/>
                        </a:lnSpc>
                        <a:spcBef>
                          <a:spcPts val="0"/>
                        </a:spcBef>
                        <a:spcAft>
                          <a:spcPts val="0"/>
                        </a:spcAft>
                      </a:pPr>
                      <a:r>
                        <a:rPr lang="en-US" sz="1400">
                          <a:latin typeface="Times New Roman" panose="02020603050405020304" pitchFamily="18" charset="0"/>
                          <a:cs typeface="Times New Roman" panose="02020603050405020304" pitchFamily="18" charset="0"/>
                        </a:rPr>
                        <a:t>course_lessons</a:t>
                      </a:r>
                    </a:p>
                    <a:p>
                      <a:pPr marL="0" marR="0" algn="ctr">
                        <a:lnSpc>
                          <a:spcPct val="150000"/>
                        </a:lnSpc>
                        <a:spcBef>
                          <a:spcPts val="0"/>
                        </a:spcBef>
                        <a:spcAft>
                          <a:spcPts val="0"/>
                        </a:spcAft>
                      </a:pPr>
                      <a:r>
                        <a:rPr lang="en-US" sz="1400">
                          <a:latin typeface="Times New Roman" panose="02020603050405020304" pitchFamily="18" charset="0"/>
                          <a:cs typeface="Times New Roman" panose="02020603050405020304" pitchFamily="18" charset="0"/>
                        </a:rPr>
                        <a:t>lesson_view_histories</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60000"/>
                        <a:lumOff val="40000"/>
                      </a:schemeClr>
                    </a:solidFill>
                  </a:tcPr>
                </a:tc>
                <a:extLst>
                  <a:ext uri="{0D108BD9-81ED-4DB2-BD59-A6C34878D82A}">
                    <a16:rowId xmlns:a16="http://schemas.microsoft.com/office/drawing/2014/main" val="10001"/>
                  </a:ext>
                </a:extLst>
              </a:tr>
              <a:tr h="718820">
                <a:tc>
                  <a:txBody>
                    <a:bodyPr/>
                    <a:lstStyle/>
                    <a:p>
                      <a:pPr marL="0" marR="0" algn="ctr">
                        <a:lnSpc>
                          <a:spcPct val="150000"/>
                        </a:lnSpc>
                        <a:spcBef>
                          <a:spcPts val="0"/>
                        </a:spcBef>
                        <a:spcAft>
                          <a:spcPts val="0"/>
                        </a:spcAft>
                      </a:pPr>
                      <a:r>
                        <a:rPr lang="en-US" sz="1400" dirty="0">
                          <a:effectLst/>
                          <a:latin typeface="Times New Roman" panose="02020603050405020304" pitchFamily="18" charset="0"/>
                          <a:ea typeface="Times New Roman" panose="02020603050405020304" pitchFamily="18" charset="0"/>
                        </a:rPr>
                        <a:t>2</a:t>
                      </a:r>
                    </a:p>
                  </a:txBody>
                  <a:tcPr marL="68580" marR="68580" marT="0" marB="0" anchor="ctr">
                    <a:solidFill>
                      <a:schemeClr val="accent1">
                        <a:lumMod val="60000"/>
                        <a:lumOff val="40000"/>
                      </a:schemeClr>
                    </a:solidFill>
                  </a:tcPr>
                </a:tc>
                <a:tc vMerge="1">
                  <a:txBody>
                    <a:bodyPr/>
                    <a:lstStyle/>
                    <a:p>
                      <a:endParaRPr lang="en-US"/>
                    </a:p>
                  </a:txBody>
                  <a:tcPr/>
                </a:tc>
                <a:tc>
                  <a:txBody>
                    <a:bodyPr/>
                    <a:lstStyle/>
                    <a:p>
                      <a:pPr marL="0" marR="0" algn="ctr">
                        <a:lnSpc>
                          <a:spcPct val="150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Teacher</a:t>
                      </a:r>
                    </a:p>
                  </a:txBody>
                  <a:tcPr marL="68580" marR="68580" marT="0" marB="0" anchor="ctr">
                    <a:solidFill>
                      <a:schemeClr val="accent1">
                        <a:lumMod val="60000"/>
                        <a:lumOff val="40000"/>
                      </a:schemeClr>
                    </a:solidFill>
                  </a:tcPr>
                </a:tc>
                <a:tc>
                  <a:txBody>
                    <a:bodyPr/>
                    <a:lstStyle/>
                    <a:p>
                      <a:pPr marL="0" marR="0" algn="l">
                        <a:lnSpc>
                          <a:spcPct val="150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Manager Chapters</a:t>
                      </a:r>
                    </a:p>
                    <a:p>
                      <a:pPr marL="0" marR="0" algn="l">
                        <a:lnSpc>
                          <a:spcPct val="150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Manager Lesson</a:t>
                      </a:r>
                    </a:p>
                  </a:txBody>
                  <a:tcPr marL="68580" marR="68580" marT="0" marB="0" anchor="b">
                    <a:solidFill>
                      <a:schemeClr val="accent1">
                        <a:lumMod val="60000"/>
                        <a:lumOff val="40000"/>
                      </a:schemeClr>
                    </a:solidFill>
                  </a:tcPr>
                </a:tc>
                <a:tc vMerge="1">
                  <a:txBody>
                    <a:bodyPr/>
                    <a:lstStyle/>
                    <a:p>
                      <a:endParaRPr lang="en-US"/>
                    </a:p>
                  </a:txBody>
                  <a:tcPr/>
                </a:tc>
                <a:extLst>
                  <a:ext uri="{0D108BD9-81ED-4DB2-BD59-A6C34878D82A}">
                    <a16:rowId xmlns:a16="http://schemas.microsoft.com/office/drawing/2014/main" val="10002"/>
                  </a:ext>
                </a:extLst>
              </a:tr>
              <a:tr h="1076325">
                <a:tc>
                  <a:txBody>
                    <a:bodyPr/>
                    <a:lstStyle/>
                    <a:p>
                      <a:pPr marL="0" marR="0" algn="ctr">
                        <a:lnSpc>
                          <a:spcPct val="150000"/>
                        </a:lnSpc>
                        <a:spcBef>
                          <a:spcPts val="0"/>
                        </a:spcBef>
                        <a:spcAft>
                          <a:spcPts val="0"/>
                        </a:spcAft>
                      </a:pPr>
                      <a:r>
                        <a:rPr lang="en-US" sz="1400" dirty="0">
                          <a:effectLst/>
                          <a:latin typeface="Times New Roman" panose="02020603050405020304" pitchFamily="18" charset="0"/>
                          <a:ea typeface="Times New Roman" panose="02020603050405020304" pitchFamily="18" charset="0"/>
                        </a:rPr>
                        <a:t>3</a:t>
                      </a:r>
                    </a:p>
                  </a:txBody>
                  <a:tcPr marL="68580" marR="68580" marT="0" marB="0" anchor="ctr">
                    <a:solidFill>
                      <a:schemeClr val="accent1">
                        <a:lumMod val="60000"/>
                        <a:lumOff val="40000"/>
                      </a:schemeClr>
                    </a:solidFill>
                  </a:tcPr>
                </a:tc>
                <a:tc vMerge="1">
                  <a:txBody>
                    <a:bodyPr/>
                    <a:lstStyle/>
                    <a:p>
                      <a:endParaRPr lang="en-US"/>
                    </a:p>
                  </a:txBody>
                  <a:tcPr/>
                </a:tc>
                <a:tc>
                  <a:txBody>
                    <a:bodyPr/>
                    <a:lstStyle/>
                    <a:p>
                      <a:pPr algn="ctr">
                        <a:lnSpc>
                          <a:spcPct val="150000"/>
                        </a:lnSpc>
                        <a:spcBef>
                          <a:spcPts val="0"/>
                        </a:spcBef>
                        <a:spcAft>
                          <a:spcPts val="0"/>
                        </a:spcAft>
                        <a:buClrTx/>
                        <a:buSzTx/>
                        <a:buFontTx/>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Student</a:t>
                      </a:r>
                    </a:p>
                  </a:txBody>
                  <a:tcPr>
                    <a:solidFill>
                      <a:schemeClr val="accent1">
                        <a:lumMod val="60000"/>
                        <a:lumOff val="40000"/>
                      </a:schemeClr>
                    </a:solidFill>
                  </a:tcPr>
                </a:tc>
                <a:tc>
                  <a:txBody>
                    <a:bodyPr/>
                    <a:lstStyle/>
                    <a:p>
                      <a:pPr marL="0" marR="0" algn="l">
                        <a:lnSpc>
                          <a:spcPct val="150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View learning progress, system records lesson progress automatically</a:t>
                      </a:r>
                    </a:p>
                  </a:txBody>
                  <a:tcPr marL="68580" marR="68580" marT="0" marB="0" anchor="b">
                    <a:solidFill>
                      <a:schemeClr val="accent1">
                        <a:lumMod val="60000"/>
                        <a:lumOff val="40000"/>
                      </a:schemeClr>
                    </a:solidFill>
                  </a:tcPr>
                </a:tc>
                <a:tc vMerge="1">
                  <a:txBody>
                    <a:bodyPr/>
                    <a:lstStyle/>
                    <a:p>
                      <a:endParaRPr lang="en-US"/>
                    </a:p>
                  </a:txBody>
                  <a:tcPr/>
                </a:tc>
                <a:extLst>
                  <a:ext uri="{0D108BD9-81ED-4DB2-BD59-A6C34878D82A}">
                    <a16:rowId xmlns:a16="http://schemas.microsoft.com/office/drawing/2014/main" val="10003"/>
                  </a:ext>
                </a:extLst>
              </a:tr>
              <a:tr h="718185">
                <a:tc>
                  <a:txBody>
                    <a:bodyPr/>
                    <a:lstStyle/>
                    <a:p>
                      <a:pPr marL="0" marR="0" algn="ctr">
                        <a:lnSpc>
                          <a:spcPct val="150000"/>
                        </a:lnSpc>
                        <a:spcBef>
                          <a:spcPts val="0"/>
                        </a:spcBef>
                        <a:spcAft>
                          <a:spcPts val="0"/>
                        </a:spcAft>
                      </a:pPr>
                      <a:r>
                        <a:rPr lang="en-US" sz="1400">
                          <a:effectLst/>
                          <a:latin typeface="Times New Roman" panose="02020603050405020304" pitchFamily="18" charset="0"/>
                          <a:ea typeface="Times New Roman" panose="02020603050405020304" pitchFamily="18" charset="0"/>
                        </a:rPr>
                        <a:t>1</a:t>
                      </a:r>
                    </a:p>
                  </a:txBody>
                  <a:tcPr marL="68580" marR="68580" marT="0" marB="0" anchor="ctr">
                    <a:solidFill>
                      <a:schemeClr val="accent1">
                        <a:lumMod val="60000"/>
                        <a:lumOff val="40000"/>
                      </a:schemeClr>
                    </a:solidFill>
                  </a:tcPr>
                </a:tc>
                <a:tc rowSpan="3">
                  <a:txBody>
                    <a:bodyPr/>
                    <a:lstStyle/>
                    <a:p>
                      <a:pPr marL="0" marR="0" algn="l">
                        <a:lnSpc>
                          <a:spcPct val="150000"/>
                        </a:lnSpc>
                        <a:spcBef>
                          <a:spcPts val="0"/>
                        </a:spcBef>
                        <a:spcAft>
                          <a:spcPts val="0"/>
                        </a:spcAft>
                      </a:pPr>
                      <a:r>
                        <a:rPr lang="en-US" sz="1400" dirty="0" err="1">
                          <a:effectLst/>
                          <a:latin typeface="Times New Roman" panose="02020603050405020304" pitchFamily="18" charset="0"/>
                          <a:cs typeface="Times New Roman" panose="02020603050405020304" pitchFamily="18" charset="0"/>
                        </a:rPr>
                        <a:t>Lâm Hoàng An</a:t>
                      </a:r>
                      <a:endPar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ctr">
                        <a:lnSpc>
                          <a:spcPct val="150000"/>
                        </a:lnSpc>
                        <a:spcBef>
                          <a:spcPts val="0"/>
                        </a:spcBef>
                        <a:spcAft>
                          <a:spcPts val="0"/>
                        </a:spcAft>
                      </a:pPr>
                      <a:r>
                        <a:rPr lang="en-US" sz="1400">
                          <a:effectLst/>
                          <a:latin typeface="Times New Roman" panose="02020603050405020304" pitchFamily="18" charset="0"/>
                          <a:cs typeface="Times New Roman" panose="02020603050405020304" pitchFamily="18" charset="0"/>
                        </a:rPr>
                        <a:t>Admin</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l">
                        <a:lnSpc>
                          <a:spcPct val="150000"/>
                        </a:lnSpc>
                        <a:spcBef>
                          <a:spcPts val="0"/>
                        </a:spcBef>
                        <a:spcAft>
                          <a:spcPts val="0"/>
                        </a:spcAft>
                      </a:pPr>
                      <a:r>
                        <a:rPr lang="en-US" sz="1400">
                          <a:effectLst/>
                          <a:latin typeface="Times New Roman" panose="02020603050405020304" pitchFamily="18" charset="0"/>
                          <a:cs typeface="Times New Roman" panose="02020603050405020304" pitchFamily="18" charset="0"/>
                        </a:rPr>
                        <a:t>Manager User</a:t>
                      </a:r>
                    </a:p>
                    <a:p>
                      <a:pPr marL="0" marR="0" algn="l">
                        <a:lnSpc>
                          <a:spcPct val="150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Manager Payment</a:t>
                      </a:r>
                    </a:p>
                  </a:txBody>
                  <a:tcPr marL="68580" marR="68580" marT="0" marB="0" anchor="ctr">
                    <a:solidFill>
                      <a:schemeClr val="accent1">
                        <a:lumMod val="60000"/>
                        <a:lumOff val="40000"/>
                      </a:schemeClr>
                    </a:solidFill>
                  </a:tcPr>
                </a:tc>
                <a:tc rowSpan="3">
                  <a:txBody>
                    <a:bodyPr/>
                    <a:lstStyle/>
                    <a:p>
                      <a:pPr marL="0" marR="0" algn="ctr">
                        <a:lnSpc>
                          <a:spcPct val="150000"/>
                        </a:lnSpc>
                        <a:spcBef>
                          <a:spcPts val="0"/>
                        </a:spcBef>
                        <a:spcAft>
                          <a:spcPts val="0"/>
                        </a:spcAft>
                      </a:pPr>
                      <a:r>
                        <a:rPr lang="en-US" sz="1400">
                          <a:latin typeface="Times New Roman" panose="02020603050405020304" pitchFamily="18" charset="0"/>
                          <a:cs typeface="Times New Roman" panose="02020603050405020304" pitchFamily="18" charset="0"/>
                        </a:rPr>
                        <a:t>users</a:t>
                      </a:r>
                      <a:br>
                        <a:rPr lang="en-US" sz="1400">
                          <a:effectLst/>
                          <a:latin typeface="Times New Roman" panose="02020603050405020304" pitchFamily="18" charset="0"/>
                          <a:cs typeface="Times New Roman" panose="02020603050405020304" pitchFamily="18" charset="0"/>
                        </a:rPr>
                      </a:br>
                      <a:r>
                        <a:rPr lang="en-US" sz="1400">
                          <a:latin typeface="Times New Roman" panose="02020603050405020304" pitchFamily="18" charset="0"/>
                          <a:cs typeface="Times New Roman" panose="02020603050405020304" pitchFamily="18" charset="0"/>
                        </a:rPr>
                        <a:t>payment</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chemeClr val="accent1">
                        <a:lumMod val="60000"/>
                        <a:lumOff val="40000"/>
                      </a:schemeClr>
                    </a:solidFill>
                  </a:tcPr>
                </a:tc>
                <a:extLst>
                  <a:ext uri="{0D108BD9-81ED-4DB2-BD59-A6C34878D82A}">
                    <a16:rowId xmlns:a16="http://schemas.microsoft.com/office/drawing/2014/main" val="10004"/>
                  </a:ext>
                </a:extLst>
              </a:tr>
              <a:tr h="462915">
                <a:tc>
                  <a:txBody>
                    <a:bodyPr/>
                    <a:lstStyle/>
                    <a:p>
                      <a:pPr marL="0" marR="0" algn="ctr">
                        <a:lnSpc>
                          <a:spcPct val="150000"/>
                        </a:lnSpc>
                        <a:spcBef>
                          <a:spcPts val="0"/>
                        </a:spcBef>
                        <a:spcAft>
                          <a:spcPts val="0"/>
                        </a:spcAft>
                      </a:pPr>
                      <a:r>
                        <a:rPr lang="en-US" sz="1400">
                          <a:effectLst/>
                          <a:latin typeface="Times New Roman" panose="02020603050405020304" pitchFamily="18" charset="0"/>
                          <a:ea typeface="Times New Roman" panose="02020603050405020304" pitchFamily="18" charset="0"/>
                        </a:rPr>
                        <a:t>2</a:t>
                      </a:r>
                    </a:p>
                  </a:txBody>
                  <a:tcPr marL="68580" marR="68580" marT="0" marB="0" anchor="ctr">
                    <a:solidFill>
                      <a:schemeClr val="accent1">
                        <a:lumMod val="60000"/>
                        <a:lumOff val="40000"/>
                      </a:schemeClr>
                    </a:solidFill>
                  </a:tcPr>
                </a:tc>
                <a:tc vMerge="1">
                  <a:txBody>
                    <a:bodyPr/>
                    <a:lstStyle/>
                    <a:p>
                      <a:endParaRPr lang="en-US"/>
                    </a:p>
                  </a:txBody>
                  <a:tcPr/>
                </a:tc>
                <a:tc>
                  <a:txBody>
                    <a:bodyPr/>
                    <a:lstStyle/>
                    <a:p>
                      <a:pPr algn="ctr">
                        <a:lnSpc>
                          <a:spcPct val="150000"/>
                        </a:lnSpc>
                        <a:spcBef>
                          <a:spcPts val="0"/>
                        </a:spcBef>
                        <a:spcAft>
                          <a:spcPts val="0"/>
                        </a:spcAft>
                        <a:buClrTx/>
                        <a:buSzTx/>
                        <a:buFontTx/>
                      </a:pPr>
                      <a:r>
                        <a:rPr lang="en-US" sz="1400">
                          <a:effectLst/>
                          <a:latin typeface="Times New Roman" panose="02020603050405020304" pitchFamily="18" charset="0"/>
                          <a:cs typeface="Times New Roman" panose="02020603050405020304" pitchFamily="18" charset="0"/>
                        </a:rPr>
                        <a:t>Teacher</a:t>
                      </a:r>
                    </a:p>
                  </a:txBody>
                  <a:tcPr>
                    <a:solidFill>
                      <a:schemeClr val="accent1">
                        <a:lumMod val="60000"/>
                        <a:lumOff val="40000"/>
                      </a:schemeClr>
                    </a:solidFill>
                  </a:tcPr>
                </a:tc>
                <a:tc>
                  <a:txBody>
                    <a:bodyPr/>
                    <a:lstStyle/>
                    <a:p>
                      <a:pPr algn="l">
                        <a:lnSpc>
                          <a:spcPct val="150000"/>
                        </a:lnSpc>
                        <a:spcBef>
                          <a:spcPts val="0"/>
                        </a:spcBef>
                        <a:spcAft>
                          <a:spcPts val="0"/>
                        </a:spcAft>
                        <a:buClrTx/>
                        <a:buSzTx/>
                        <a:buFontTx/>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View enrolled students</a:t>
                      </a:r>
                    </a:p>
                  </a:txBody>
                  <a:tcPr>
                    <a:solidFill>
                      <a:schemeClr val="accent1">
                        <a:lumMod val="60000"/>
                        <a:lumOff val="40000"/>
                      </a:schemeClr>
                    </a:solidFill>
                  </a:tcPr>
                </a:tc>
                <a:tc vMerge="1">
                  <a:txBody>
                    <a:bodyPr/>
                    <a:lstStyle/>
                    <a:p>
                      <a:endParaRPr lang="en-US"/>
                    </a:p>
                  </a:txBody>
                  <a:tcPr/>
                </a:tc>
                <a:extLst>
                  <a:ext uri="{0D108BD9-81ED-4DB2-BD59-A6C34878D82A}">
                    <a16:rowId xmlns:a16="http://schemas.microsoft.com/office/drawing/2014/main" val="10005"/>
                  </a:ext>
                </a:extLst>
              </a:tr>
              <a:tr h="461645">
                <a:tc>
                  <a:txBody>
                    <a:bodyPr/>
                    <a:lstStyle/>
                    <a:p>
                      <a:pPr marL="0" marR="0" algn="ctr">
                        <a:lnSpc>
                          <a:spcPct val="150000"/>
                        </a:lnSpc>
                        <a:spcBef>
                          <a:spcPts val="0"/>
                        </a:spcBef>
                        <a:spcAft>
                          <a:spcPts val="0"/>
                        </a:spcAft>
                      </a:pPr>
                      <a:r>
                        <a:rPr lang="en-US" sz="1400">
                          <a:effectLst/>
                          <a:latin typeface="Times New Roman" panose="02020603050405020304" pitchFamily="18" charset="0"/>
                          <a:ea typeface="Times New Roman" panose="02020603050405020304" pitchFamily="18" charset="0"/>
                        </a:rPr>
                        <a:t>3</a:t>
                      </a:r>
                    </a:p>
                  </a:txBody>
                  <a:tcPr marL="68580" marR="68580" marT="0" marB="0" anchor="ctr">
                    <a:solidFill>
                      <a:schemeClr val="accent1">
                        <a:lumMod val="60000"/>
                        <a:lumOff val="40000"/>
                      </a:schemeClr>
                    </a:solidFill>
                  </a:tcPr>
                </a:tc>
                <a:tc vMerge="1">
                  <a:txBody>
                    <a:bodyPr/>
                    <a:lstStyle/>
                    <a:p>
                      <a:endParaRPr lang="en-US"/>
                    </a:p>
                  </a:txBody>
                  <a:tcPr/>
                </a:tc>
                <a:tc>
                  <a:txBody>
                    <a:bodyPr/>
                    <a:lstStyle/>
                    <a:p>
                      <a:pPr algn="ctr">
                        <a:lnSpc>
                          <a:spcPct val="150000"/>
                        </a:lnSpc>
                        <a:spcBef>
                          <a:spcPts val="0"/>
                        </a:spcBef>
                        <a:spcAft>
                          <a:spcPts val="0"/>
                        </a:spcAft>
                        <a:buClrTx/>
                        <a:buSzTx/>
                        <a:buFontTx/>
                      </a:pPr>
                      <a:r>
                        <a:rPr lang="en-US" sz="1400">
                          <a:effectLst/>
                          <a:latin typeface="Times New Roman" panose="02020603050405020304" pitchFamily="18" charset="0"/>
                          <a:cs typeface="Times New Roman" panose="02020603050405020304" pitchFamily="18" charset="0"/>
                        </a:rPr>
                        <a:t>Student</a:t>
                      </a:r>
                    </a:p>
                  </a:txBody>
                  <a:tcPr>
                    <a:solidFill>
                      <a:schemeClr val="accent1">
                        <a:lumMod val="60000"/>
                        <a:lumOff val="40000"/>
                      </a:schemeClr>
                    </a:solidFill>
                  </a:tcPr>
                </a:tc>
                <a:tc>
                  <a:txBody>
                    <a:bodyPr/>
                    <a:lstStyle/>
                    <a:p>
                      <a:pPr algn="l">
                        <a:lnSpc>
                          <a:spcPct val="150000"/>
                        </a:lnSpc>
                        <a:spcBef>
                          <a:spcPts val="0"/>
                        </a:spcBef>
                        <a:spcAft>
                          <a:spcPts val="0"/>
                        </a:spcAft>
                        <a:buClrTx/>
                        <a:buSzTx/>
                        <a:buFontTx/>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Make payment</a:t>
                      </a:r>
                    </a:p>
                  </a:txBody>
                  <a:tcPr>
                    <a:solidFill>
                      <a:schemeClr val="accent1">
                        <a:lumMod val="60000"/>
                        <a:lumOff val="40000"/>
                      </a:schemeClr>
                    </a:solidFill>
                  </a:tcPr>
                </a:tc>
                <a:tc vMerge="1">
                  <a:txBody>
                    <a:bodyPr/>
                    <a:lstStyle/>
                    <a:p>
                      <a:endParaRPr lang="en-US"/>
                    </a:p>
                  </a:txBody>
                  <a:tcPr/>
                </a:tc>
                <a:extLst>
                  <a:ext uri="{0D108BD9-81ED-4DB2-BD59-A6C34878D82A}">
                    <a16:rowId xmlns:a16="http://schemas.microsoft.com/office/drawing/2014/main" val="10006"/>
                  </a:ext>
                </a:extLst>
              </a:tr>
              <a:tr h="461645">
                <a:tc>
                  <a:txBody>
                    <a:bodyPr/>
                    <a:lstStyle/>
                    <a:p>
                      <a:pPr marL="0" marR="0" algn="ctr">
                        <a:lnSpc>
                          <a:spcPct val="150000"/>
                        </a:lnSpc>
                        <a:spcBef>
                          <a:spcPts val="0"/>
                        </a:spcBef>
                        <a:spcAft>
                          <a:spcPts val="0"/>
                        </a:spcAft>
                        <a:buNone/>
                      </a:pPr>
                      <a:r>
                        <a:rPr lang="en-US" sz="1400">
                          <a:effectLst/>
                          <a:latin typeface="Times New Roman" panose="02020603050405020304" pitchFamily="18" charset="0"/>
                          <a:ea typeface="Times New Roman" panose="02020603050405020304" pitchFamily="18" charset="0"/>
                        </a:rPr>
                        <a:t>1</a:t>
                      </a:r>
                    </a:p>
                  </a:txBody>
                  <a:tcPr marL="68580" marR="68580" marT="0" marB="0" anchor="ctr">
                    <a:solidFill>
                      <a:schemeClr val="accent1">
                        <a:lumMod val="60000"/>
                        <a:lumOff val="40000"/>
                      </a:schemeClr>
                    </a:solidFill>
                  </a:tcPr>
                </a:tc>
                <a:tc rowSpan="3">
                  <a:txBody>
                    <a:bodyPr/>
                    <a:lstStyle/>
                    <a:p>
                      <a:pPr marL="0" marR="0" algn="l">
                        <a:lnSpc>
                          <a:spcPct val="150000"/>
                        </a:lnSpc>
                        <a:spcBef>
                          <a:spcPts val="0"/>
                        </a:spcBef>
                        <a:spcAft>
                          <a:spcPts val="0"/>
                        </a:spcAft>
                        <a:buClrTx/>
                        <a:buSzTx/>
                        <a:buFontTx/>
                        <a:buNone/>
                      </a:pP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l">
                        <a:lnSpc>
                          <a:spcPct val="150000"/>
                        </a:lnSpc>
                        <a:spcBef>
                          <a:spcPts val="0"/>
                        </a:spcBef>
                        <a:spcAft>
                          <a:spcPts val="0"/>
                        </a:spcAft>
                        <a:buClrTx/>
                        <a:buSzTx/>
                        <a:buFontTx/>
                        <a:buNone/>
                      </a:pP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Trần</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Hoàng Anh</a:t>
                      </a:r>
                    </a:p>
                  </a:txBody>
                  <a:tcPr>
                    <a:solidFill>
                      <a:schemeClr val="accent1">
                        <a:lumMod val="60000"/>
                        <a:lumOff val="40000"/>
                      </a:schemeClr>
                    </a:solidFill>
                  </a:tcPr>
                </a:tc>
                <a:tc>
                  <a:txBody>
                    <a:bodyPr/>
                    <a:lstStyle/>
                    <a:p>
                      <a:pPr algn="ctr">
                        <a:lnSpc>
                          <a:spcPct val="150000"/>
                        </a:lnSpc>
                        <a:spcBef>
                          <a:spcPts val="0"/>
                        </a:spcBef>
                        <a:spcAft>
                          <a:spcPts val="0"/>
                        </a:spcAft>
                        <a:buClrTx/>
                        <a:buSzTx/>
                        <a:buFontTx/>
                        <a:buNone/>
                      </a:pPr>
                      <a:r>
                        <a:rPr lang="en-US" sz="1400">
                          <a:effectLst/>
                          <a:latin typeface="Times New Roman" panose="02020603050405020304" pitchFamily="18" charset="0"/>
                          <a:cs typeface="Times New Roman" panose="02020603050405020304" pitchFamily="18" charset="0"/>
                        </a:rPr>
                        <a:t>Admin</a:t>
                      </a:r>
                    </a:p>
                  </a:txBody>
                  <a:tcPr>
                    <a:solidFill>
                      <a:schemeClr val="accent1">
                        <a:lumMod val="60000"/>
                        <a:lumOff val="40000"/>
                      </a:schemeClr>
                    </a:solidFill>
                  </a:tcPr>
                </a:tc>
                <a:tc>
                  <a:txBody>
                    <a:bodyPr/>
                    <a:lstStyle/>
                    <a:p>
                      <a:pPr algn="l">
                        <a:lnSpc>
                          <a:spcPct val="150000"/>
                        </a:lnSpc>
                        <a:spcBef>
                          <a:spcPts val="0"/>
                        </a:spcBef>
                        <a:spcAft>
                          <a:spcPts val="0"/>
                        </a:spcAft>
                        <a:buClrTx/>
                        <a:buSzTx/>
                        <a:buFontTx/>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Manager Exam Papers</a:t>
                      </a:r>
                    </a:p>
                  </a:txBody>
                  <a:tcPr>
                    <a:solidFill>
                      <a:schemeClr val="accent1">
                        <a:lumMod val="60000"/>
                        <a:lumOff val="40000"/>
                      </a:schemeClr>
                    </a:solidFill>
                  </a:tcPr>
                </a:tc>
                <a:tc rowSpan="3">
                  <a:txBody>
                    <a:bodyPr/>
                    <a:lstStyle/>
                    <a:p>
                      <a:pPr marL="0" marR="0" algn="ctr">
                        <a:lnSpc>
                          <a:spcPct val="150000"/>
                        </a:lnSpc>
                        <a:spcBef>
                          <a:spcPts val="0"/>
                        </a:spcBef>
                        <a:spcAft>
                          <a:spcPts val="0"/>
                        </a:spcAft>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exam_papers</a:t>
                      </a:r>
                    </a:p>
                    <a:p>
                      <a:pPr marL="0" marR="0" algn="ctr">
                        <a:lnSpc>
                          <a:spcPct val="150000"/>
                        </a:lnSpc>
                        <a:spcBef>
                          <a:spcPts val="0"/>
                        </a:spcBef>
                        <a:spcAft>
                          <a:spcPts val="0"/>
                        </a:spcAft>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exam_questions</a:t>
                      </a:r>
                    </a:p>
                    <a:p>
                      <a:pPr marL="0" marR="0" algn="ctr">
                        <a:lnSpc>
                          <a:spcPct val="150000"/>
                        </a:lnSpc>
                        <a:spcBef>
                          <a:spcPts val="0"/>
                        </a:spcBef>
                        <a:spcAft>
                          <a:spcPts val="0"/>
                        </a:spcAft>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exam_attempts</a:t>
                      </a:r>
                    </a:p>
                  </a:txBody>
                  <a:tcPr>
                    <a:solidFill>
                      <a:schemeClr val="accent1">
                        <a:lumMod val="60000"/>
                        <a:lumOff val="40000"/>
                      </a:schemeClr>
                    </a:solidFill>
                  </a:tcPr>
                </a:tc>
                <a:extLst>
                  <a:ext uri="{0D108BD9-81ED-4DB2-BD59-A6C34878D82A}">
                    <a16:rowId xmlns:a16="http://schemas.microsoft.com/office/drawing/2014/main" val="10007"/>
                  </a:ext>
                </a:extLst>
              </a:tr>
              <a:tr h="461010">
                <a:tc>
                  <a:txBody>
                    <a:bodyPr/>
                    <a:lstStyle/>
                    <a:p>
                      <a:pPr marL="0" marR="0" algn="ctr">
                        <a:lnSpc>
                          <a:spcPct val="150000"/>
                        </a:lnSpc>
                        <a:spcBef>
                          <a:spcPts val="0"/>
                        </a:spcBef>
                        <a:spcAft>
                          <a:spcPts val="0"/>
                        </a:spcAft>
                        <a:buNone/>
                      </a:pPr>
                      <a:r>
                        <a:rPr lang="en-US" sz="1400">
                          <a:effectLst/>
                          <a:latin typeface="Times New Roman" panose="02020603050405020304" pitchFamily="18" charset="0"/>
                          <a:ea typeface="Times New Roman" panose="02020603050405020304" pitchFamily="18" charset="0"/>
                        </a:rPr>
                        <a:t>2</a:t>
                      </a:r>
                    </a:p>
                  </a:txBody>
                  <a:tcPr marL="68580" marR="68580" marT="0" marB="0" anchor="ctr">
                    <a:solidFill>
                      <a:schemeClr val="accent1">
                        <a:lumMod val="60000"/>
                        <a:lumOff val="40000"/>
                      </a:schemeClr>
                    </a:solidFill>
                  </a:tcPr>
                </a:tc>
                <a:tc vMerge="1">
                  <a:txBody>
                    <a:bodyPr/>
                    <a:lstStyle/>
                    <a:p>
                      <a:endParaRPr lang="en-US"/>
                    </a:p>
                  </a:txBody>
                  <a:tcPr>
                    <a:solidFill>
                      <a:schemeClr val="accent1">
                        <a:lumMod val="60000"/>
                        <a:lumOff val="40000"/>
                      </a:schemeClr>
                    </a:solidFill>
                  </a:tcPr>
                </a:tc>
                <a:tc>
                  <a:txBody>
                    <a:bodyPr/>
                    <a:lstStyle/>
                    <a:p>
                      <a:pPr algn="ctr">
                        <a:lnSpc>
                          <a:spcPct val="150000"/>
                        </a:lnSpc>
                        <a:spcBef>
                          <a:spcPts val="0"/>
                        </a:spcBef>
                        <a:spcAft>
                          <a:spcPts val="0"/>
                        </a:spcAft>
                        <a:buClrTx/>
                        <a:buSzTx/>
                        <a:buFontTx/>
                        <a:buNone/>
                      </a:pPr>
                      <a:r>
                        <a:rPr lang="en-US" sz="1400">
                          <a:effectLst/>
                          <a:latin typeface="Times New Roman" panose="02020603050405020304" pitchFamily="18" charset="0"/>
                          <a:cs typeface="Times New Roman" panose="02020603050405020304" pitchFamily="18" charset="0"/>
                        </a:rPr>
                        <a:t>Teacher</a:t>
                      </a:r>
                    </a:p>
                  </a:txBody>
                  <a:tcPr>
                    <a:solidFill>
                      <a:schemeClr val="accent1">
                        <a:lumMod val="60000"/>
                        <a:lumOff val="40000"/>
                      </a:schemeClr>
                    </a:solidFill>
                  </a:tcPr>
                </a:tc>
                <a:tc>
                  <a:txBody>
                    <a:bodyPr/>
                    <a:lstStyle/>
                    <a:p>
                      <a:pPr algn="l">
                        <a:lnSpc>
                          <a:spcPct val="150000"/>
                        </a:lnSpc>
                        <a:spcBef>
                          <a:spcPts val="0"/>
                        </a:spcBef>
                        <a:spcAft>
                          <a:spcPts val="0"/>
                        </a:spcAft>
                        <a:buClrTx/>
                        <a:buSzTx/>
                        <a:buFontTx/>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Manager Exam Questions</a:t>
                      </a:r>
                    </a:p>
                  </a:txBody>
                  <a:tcPr>
                    <a:solidFill>
                      <a:schemeClr val="accent1">
                        <a:lumMod val="60000"/>
                        <a:lumOff val="40000"/>
                      </a:schemeClr>
                    </a:solidFill>
                  </a:tcPr>
                </a:tc>
                <a:tc vMerge="1">
                  <a:txBody>
                    <a:bodyPr/>
                    <a:lstStyle/>
                    <a:p>
                      <a:endParaRPr lang="en-US"/>
                    </a:p>
                  </a:txBody>
                  <a:tcPr>
                    <a:solidFill>
                      <a:schemeClr val="accent1">
                        <a:lumMod val="60000"/>
                        <a:lumOff val="40000"/>
                      </a:schemeClr>
                    </a:solidFill>
                  </a:tcPr>
                </a:tc>
                <a:extLst>
                  <a:ext uri="{0D108BD9-81ED-4DB2-BD59-A6C34878D82A}">
                    <a16:rowId xmlns:a16="http://schemas.microsoft.com/office/drawing/2014/main" val="10008"/>
                  </a:ext>
                </a:extLst>
              </a:tr>
              <a:tr h="461645">
                <a:tc>
                  <a:txBody>
                    <a:bodyPr/>
                    <a:lstStyle/>
                    <a:p>
                      <a:pPr marL="0" marR="0" algn="ctr">
                        <a:lnSpc>
                          <a:spcPct val="150000"/>
                        </a:lnSpc>
                        <a:spcBef>
                          <a:spcPts val="0"/>
                        </a:spcBef>
                        <a:spcAft>
                          <a:spcPts val="0"/>
                        </a:spcAft>
                        <a:buNone/>
                      </a:pPr>
                      <a:r>
                        <a:rPr lang="en-US" sz="1400">
                          <a:effectLst/>
                          <a:latin typeface="Times New Roman" panose="02020603050405020304" pitchFamily="18" charset="0"/>
                          <a:ea typeface="Times New Roman" panose="02020603050405020304" pitchFamily="18" charset="0"/>
                        </a:rPr>
                        <a:t>3</a:t>
                      </a:r>
                    </a:p>
                  </a:txBody>
                  <a:tcPr marL="68580" marR="68580" marT="0" marB="0" anchor="ctr">
                    <a:solidFill>
                      <a:schemeClr val="accent1">
                        <a:lumMod val="60000"/>
                        <a:lumOff val="40000"/>
                      </a:schemeClr>
                    </a:solidFill>
                  </a:tcPr>
                </a:tc>
                <a:tc vMerge="1">
                  <a:txBody>
                    <a:bodyPr/>
                    <a:lstStyle/>
                    <a:p>
                      <a:endParaRPr lang="en-US"/>
                    </a:p>
                  </a:txBody>
                  <a:tcPr>
                    <a:solidFill>
                      <a:schemeClr val="accent1">
                        <a:lumMod val="60000"/>
                        <a:lumOff val="40000"/>
                      </a:schemeClr>
                    </a:solidFill>
                  </a:tcPr>
                </a:tc>
                <a:tc>
                  <a:txBody>
                    <a:bodyPr/>
                    <a:lstStyle/>
                    <a:p>
                      <a:pPr algn="ctr">
                        <a:lnSpc>
                          <a:spcPct val="150000"/>
                        </a:lnSpc>
                        <a:spcBef>
                          <a:spcPts val="0"/>
                        </a:spcBef>
                        <a:spcAft>
                          <a:spcPts val="0"/>
                        </a:spcAft>
                        <a:buClrTx/>
                        <a:buSzTx/>
                        <a:buFontTx/>
                        <a:buNone/>
                      </a:pPr>
                      <a:r>
                        <a:rPr lang="en-US" sz="1400">
                          <a:effectLst/>
                          <a:latin typeface="Times New Roman" panose="02020603050405020304" pitchFamily="18" charset="0"/>
                          <a:cs typeface="Times New Roman" panose="02020603050405020304" pitchFamily="18" charset="0"/>
                        </a:rPr>
                        <a:t>Student</a:t>
                      </a:r>
                    </a:p>
                  </a:txBody>
                  <a:tcPr>
                    <a:solidFill>
                      <a:schemeClr val="accent1">
                        <a:lumMod val="60000"/>
                        <a:lumOff val="40000"/>
                      </a:schemeClr>
                    </a:solidFill>
                  </a:tcPr>
                </a:tc>
                <a:tc>
                  <a:txBody>
                    <a:bodyPr/>
                    <a:lstStyle/>
                    <a:p>
                      <a:pPr algn="l">
                        <a:lnSpc>
                          <a:spcPct val="150000"/>
                        </a:lnSpc>
                        <a:spcBef>
                          <a:spcPts val="0"/>
                        </a:spcBef>
                        <a:spcAft>
                          <a:spcPts val="0"/>
                        </a:spcAft>
                        <a:buClrTx/>
                        <a:buSzTx/>
                        <a:buFontTx/>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Take Exam</a:t>
                      </a:r>
                    </a:p>
                  </a:txBody>
                  <a:tcPr>
                    <a:solidFill>
                      <a:schemeClr val="accent1">
                        <a:lumMod val="60000"/>
                        <a:lumOff val="40000"/>
                      </a:schemeClr>
                    </a:solidFill>
                  </a:tcPr>
                </a:tc>
                <a:tc vMerge="1">
                  <a:txBody>
                    <a:bodyPr/>
                    <a:lstStyle/>
                    <a:p>
                      <a:endParaRPr lang="en-US"/>
                    </a:p>
                  </a:txBody>
                  <a:tcPr>
                    <a:solidFill>
                      <a:schemeClr val="accent1">
                        <a:lumMod val="60000"/>
                        <a:lumOff val="40000"/>
                      </a:schemeClr>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p:txBody>
          <a:bodyPr/>
          <a:lstStyle/>
          <a:p>
            <a:pPr>
              <a:defRPr/>
            </a:pPr>
            <a:fld id="{0B7F2F63-BF3E-4C0C-A868-2C657446BA07}" type="slidenum">
              <a:rPr lang="en-US" smtClean="0"/>
              <a:t>15</a:t>
            </a:fld>
            <a:endParaRPr lang="en-US" dirty="0"/>
          </a:p>
        </p:txBody>
      </p:sp>
      <p:sp>
        <p:nvSpPr>
          <p:cNvPr id="6" name="Content Placeholder 2"/>
          <p:cNvSpPr>
            <a:spLocks noGrp="1"/>
          </p:cNvSpPr>
          <p:nvPr>
            <p:ph idx="1"/>
          </p:nvPr>
        </p:nvSpPr>
        <p:spPr>
          <a:xfrm>
            <a:off x="304800" y="1371600"/>
            <a:ext cx="8610600" cy="4800600"/>
          </a:xfrm>
        </p:spPr>
        <p:txBody>
          <a:bodyPr/>
          <a:lstStyle/>
          <a:p>
            <a:pPr marL="0" indent="0" eaLnBrk="1" hangingPunct="1">
              <a:buFont typeface="Wingdings" panose="05000000000000000000" pitchFamily="2" charset="2"/>
              <a:buNone/>
              <a:defRPr/>
            </a:pPr>
            <a:endParaRPr lang="en-US" altLang="ko-KR" b="1" kern="0" dirty="0">
              <a:ea typeface="굴림" pitchFamily="34" charset="-127"/>
            </a:endParaRPr>
          </a:p>
          <a:p>
            <a:pPr marL="0" indent="0" algn="ctr" eaLnBrk="1" hangingPunct="1">
              <a:buFont typeface="Wingdings" panose="05000000000000000000" pitchFamily="2" charset="2"/>
              <a:buNone/>
              <a:defRPr/>
            </a:pPr>
            <a:r>
              <a:rPr lang="en-US" altLang="ko-KR" sz="4400" b="1" kern="0" dirty="0">
                <a:latin typeface="Vladimir Script" panose="03050402040407070305" pitchFamily="66" charset="0"/>
                <a:ea typeface="굴림" pitchFamily="34" charset="-127"/>
                <a:cs typeface="Times New Roman" panose="02020603050405020304" pitchFamily="18" charset="0"/>
              </a:rPr>
              <a:t>Thank You</a:t>
            </a:r>
            <a:endParaRPr lang="vi-VN" altLang="ko-KR" sz="4400" b="1" kern="0" dirty="0">
              <a:latin typeface="Times New Roman" panose="02020603050405020304" pitchFamily="18" charset="0"/>
              <a:cs typeface="Times New Roman" panose="02020603050405020304" pitchFamily="18" charset="0"/>
            </a:endParaRPr>
          </a:p>
          <a:p>
            <a:pPr eaLnBrk="1" hangingPunct="1">
              <a:defRPr/>
            </a:pPr>
            <a:endParaRPr lang="en-US"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3109912" y="3038475"/>
            <a:ext cx="3000375" cy="19145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p:txBody>
          <a:bodyPr/>
          <a:lstStyle/>
          <a:p>
            <a:pPr>
              <a:defRPr/>
            </a:pPr>
            <a:fld id="{0B7F2F63-BF3E-4C0C-A868-2C657446BA07}" type="slidenum">
              <a:rPr lang="en-US" smtClean="0"/>
              <a:t>16</a:t>
            </a:fld>
            <a:endParaRPr lang="en-US" dirty="0"/>
          </a:p>
        </p:txBody>
      </p:sp>
      <p:sp>
        <p:nvSpPr>
          <p:cNvPr id="6" name="Content Placeholder 2"/>
          <p:cNvSpPr>
            <a:spLocks noGrp="1"/>
          </p:cNvSpPr>
          <p:nvPr>
            <p:ph idx="1"/>
          </p:nvPr>
        </p:nvSpPr>
        <p:spPr>
          <a:xfrm>
            <a:off x="304800" y="1371600"/>
            <a:ext cx="8610600" cy="4800600"/>
          </a:xfrm>
        </p:spPr>
        <p:txBody>
          <a:bodyPr/>
          <a:lstStyle/>
          <a:p>
            <a:pPr eaLnBrk="1" hangingPunct="1">
              <a:defRPr/>
            </a:pPr>
            <a:r>
              <a:rPr lang="en-US">
                <a:latin typeface="Times New Roman" panose="02020603050405020304" pitchFamily="18" charset="0"/>
                <a:cs typeface="Times New Roman" panose="02020603050405020304" pitchFamily="18" charset="0"/>
              </a:rPr>
              <a:t>Aptech course</a:t>
            </a:r>
          </a:p>
        </p:txBody>
      </p:sp>
      <p:sp>
        <p:nvSpPr>
          <p:cNvPr id="8" name="Title 1"/>
          <p:cNvSpPr>
            <a:spLocks noGrp="1"/>
          </p:cNvSpPr>
          <p:nvPr>
            <p:ph type="title"/>
          </p:nvPr>
        </p:nvSpPr>
        <p:spPr>
          <a:xfrm>
            <a:off x="304800" y="76200"/>
            <a:ext cx="8610600" cy="609600"/>
          </a:xfrm>
        </p:spPr>
        <p:txBody>
          <a:bodyPr/>
          <a:lstStyle/>
          <a:p>
            <a:pPr lvl="1" algn="ctr"/>
            <a:r>
              <a:rPr lang="en-US" altLang="en-US" sz="2800" dirty="0">
                <a:latin typeface="Times New Roman" panose="02020603050405020304" pitchFamily="18" charset="0"/>
                <a:cs typeface="Times New Roman" panose="02020603050405020304" pitchFamily="18" charset="0"/>
              </a:rPr>
              <a:t>Reference</a:t>
            </a:r>
            <a:endParaRPr lang="en-US" altLang="en-US" sz="2800" dirty="0">
              <a:latin typeface="Times New Roman" panose="02020603050405020304" pitchFamily="18" charset="0"/>
              <a:ea typeface="Gulim" panose="020B0600000101010101" pitchFamily="34" charset="-127"/>
              <a:cs typeface="Times New Roman" panose="02020603050405020304" pitchFamily="18"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719*456"/>
  <p:tag name="TABLE_ENDDRAG_RECT" val="0*62*719*456"/>
</p:tagLst>
</file>

<file path=ppt/theme/theme1.xml><?xml version="1.0" encoding="utf-8"?>
<a:theme xmlns:a="http://schemas.openxmlformats.org/drawingml/2006/main" name="Store Apps Templat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3_Office Them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Store Apps Template</Template>
  <TotalTime>17</TotalTime>
  <Words>968</Words>
  <Application>Microsoft Office PowerPoint</Application>
  <PresentationFormat>On-screen Show (4:3)</PresentationFormat>
  <Paragraphs>199</Paragraphs>
  <Slides>16</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굴림</vt:lpstr>
      <vt:lpstr>굴림</vt:lpstr>
      <vt:lpstr>Arial</vt:lpstr>
      <vt:lpstr>Calibri</vt:lpstr>
      <vt:lpstr>Courier New</vt:lpstr>
      <vt:lpstr>Times New Roman</vt:lpstr>
      <vt:lpstr>Vladimir Script</vt:lpstr>
      <vt:lpstr>Wingdings</vt:lpstr>
      <vt:lpstr>Wingdings 2</vt:lpstr>
      <vt:lpstr>Store Apps Template</vt:lpstr>
      <vt:lpstr>Introduction</vt:lpstr>
      <vt:lpstr>Content</vt:lpstr>
      <vt:lpstr> Introduction - Actual requirements</vt:lpstr>
      <vt:lpstr> Introduction - Requirements of the project </vt:lpstr>
      <vt:lpstr> Introduction - Requirements of the project </vt:lpstr>
      <vt:lpstr> Introduction - Requirements of the project </vt:lpstr>
      <vt:lpstr> Introduction - Requirements of the project </vt:lpstr>
      <vt:lpstr> Introduction - Requirements of the project </vt:lpstr>
      <vt:lpstr> Introduction - Requirements of the project </vt:lpstr>
      <vt:lpstr>      Introduction - Deployment diagram </vt:lpstr>
      <vt:lpstr>     Test Result</vt:lpstr>
      <vt:lpstr>     Conclusion</vt:lpstr>
      <vt:lpstr>      Development</vt:lpstr>
      <vt:lpstr>Task List</vt:lpstr>
      <vt:lpstr>PowerPoint Presentation</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Sinh Tran</dc:creator>
  <cp:lastModifiedBy>MSI</cp:lastModifiedBy>
  <cp:revision>425</cp:revision>
  <dcterms:created xsi:type="dcterms:W3CDTF">2014-04-09T06:08:00Z</dcterms:created>
  <dcterms:modified xsi:type="dcterms:W3CDTF">2025-10-02T00:46:32Z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2025-10-01T12:29:21Z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830507ed-88c6-4aa5-9a2e-472797d46f69</vt:lpwstr>
  </property>
  <property fmtid="{D5CDD505-2E9C-101B-9397-08002B2CF9AE}" pid="7" name="MSIP_Label_defa4170-0d19-0005-0004-bc88714345d2_ActionId">
    <vt:lpwstr>7634085e-414b-42d7-9b75-269198e36fed</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y fmtid="{D5CDD505-2E9C-101B-9397-08002B2CF9AE}" pid="10" name="ICV">
    <vt:lpwstr>09FBF5DBBD4F4A22A934CD2298A0C44B_12</vt:lpwstr>
  </property>
  <property fmtid="{D5CDD505-2E9C-101B-9397-08002B2CF9AE}" pid="11" name="KSOProductBuildVer">
    <vt:lpwstr>1033-12.2.0.22549</vt:lpwstr>
  </property>
</Properties>
</file>